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1A1A2E"/>
                </a:solidFill>
              </a:rPr>
              <a:t>native_hook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914400" y="2697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563EB"/>
                </a:solidFill>
              </a:rPr>
              <a:t>Producer Hot Path 优化进展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0" y="3383280"/>
            <a:ext cx="393192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88A8"/>
                </a:solidFill>
              </a:rPr>
              <a:t>2026.06.05  组会汇报  ·  陈一驰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2E"/>
                </a:solidFill>
              </a:rPr>
              <a:t>上次组会反馈闭环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530352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A8"/>
                </a:solidFill>
              </a:rPr>
              <a:t>四个问题，逐一回应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188720"/>
            <a:ext cx="5577840" cy="381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3258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" y="16002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▸ "4T比1T多1.8s"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057400"/>
            <a:ext cx="5303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A4A6A"/>
                </a:solidFill>
              </a:rPr>
              <a:t>ring共享状态竞争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A4A6A"/>
                </a:solidFill>
              </a:rPr>
              <a:t>→ batch解决后 4T: 2.72s → 0.86s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2648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26480" y="1188720"/>
            <a:ext cx="5577840" cy="381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6263640" y="13258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UPGRADED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263640" y="16002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▸ "跑一下perf"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63640" y="2057400"/>
            <a:ext cx="5303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A4A6A"/>
                </a:solidFill>
              </a:rPr>
              <a:t>ablation替代perf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A4A6A"/>
                </a:solidFill>
              </a:rPr>
              <a:t>→ sub-stage 34/35 拆到模块内部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379476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3794760"/>
            <a:ext cx="557784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93192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COMPLETED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" y="420624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▸ "fork Gitee→GitLab"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663440"/>
            <a:ext cx="5303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A4A6A"/>
                </a:solidFill>
              </a:rPr>
              <a:t>5个核心函数全加batch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A4A6A"/>
                </a:solidFill>
              </a:rPr>
              <a:t>→ gitlab.youtune.tech/cychi/cyc_nativehook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26480" y="379476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3794760"/>
            <a:ext cx="5577840" cy="381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393192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PAUSED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63640" y="420624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▸ "4T eBPF异常快"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263640" y="4663440"/>
            <a:ext cx="5303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A4A6A"/>
                </a:solidFill>
              </a:rPr>
              <a:t>本轮聚焦producer端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A4A6A"/>
                </a:solidFill>
              </a:rPr>
              <a:t>eBPF线暂停，待后续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2E"/>
                </a:solidFill>
              </a:rPr>
              <a:t>Writer/Ring Impact 拆解实验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530352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A8"/>
                </a:solidFill>
              </a:rPr>
              <a:t>sub-stage 28~33 逐段测量，固定100万次malloc/free pair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Sub-stage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测量内容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1T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4T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8T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16T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28 no_ring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基线（无ring操作）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29 mutex_only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仅拿锁 + tracking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0.28s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0.62s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0.85s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1.12s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30 ring_index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+ ring index检查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0.45s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1.35s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1.92s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2.48s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31 record_copy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+ 记录拷贝到共享内存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0.68s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2.10s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2.85s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3.52s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32 atomic_pub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+ atomic write_index发布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0.75s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2.35s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3.10s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3.80s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33 full_notify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+ eventfd + consumer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1.24s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2.72s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3.12s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3.41s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4805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多线程额外开销主要来自 ring index/copy 和 atomic publish——共享状态竞争逐步放大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notify/consumer 交互在 8T/16T 下显著抬头，是第二大开销源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2E"/>
                </a:solidFill>
              </a:rPr>
              <a:t>Producer 端三项优化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530352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A8"/>
                </a:solidFill>
              </a:rPr>
              <a:t>逐级降低 per-record 共享路径开销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188720"/>
            <a:ext cx="1161288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188720"/>
            <a:ext cx="109728" cy="15544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371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371600" y="13258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Notify Outside Writer Mutex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554480" y="169164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eventfd 写入移出 writer 锁临界区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8T: 3.12s→2.85s    16T: 3.41s→2.98s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减少持锁时间，多线程有效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971800"/>
            <a:ext cx="1161288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2971800"/>
            <a:ext cx="109728" cy="15544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154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371600" y="3108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Record Fill Outside Writer Mutex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record 元数据填充移出锁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4T: 3.51s→2.72s (22.5%)    8T: 3.64s→3.12s (14.3%)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缩短临界区 = 减少竞争窗口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4754880"/>
            <a:ext cx="1161288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" y="4754880"/>
            <a:ext cx="109728" cy="155448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4937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★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371600" y="48920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Stage 6  Batch  Publish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554480" y="525780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per-thread buffer → 一次拿锁批量写 → 一次 atomic publish → 一次 notify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1T: 1.55s→1.22s    8T: 3.12s→1.28s    16T: 3.41s→1.34s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env gate: LNHV1_STAGE6_BATCH_SIZE = &lt;1..64&gt;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2E"/>
                </a:solidFill>
              </a:rPr>
              <a:t>Batch Publish — Pink 验证数据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530352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A8"/>
                </a:solidFill>
              </a:rPr>
              <a:t>100万次固定负载  ·  Stage 6 full notify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74320" y="123444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21.2%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274320" y="19202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8"/>
                </a:solidFill>
              </a:rPr>
              <a:t>1 Thread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200400" y="123444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68.4%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00400" y="19202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8"/>
                </a:solidFill>
              </a:rPr>
              <a:t>4 Threads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126480" y="123444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59.1%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126480" y="19202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8"/>
                </a:solidFill>
              </a:rPr>
              <a:t>8 Threads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052560" y="123444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60.7%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052560" y="19202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8"/>
                </a:solidFill>
              </a:rPr>
              <a:t>16 Threads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331720"/>
          <a:ext cx="1152144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  <a:gridCol w="2880360"/>
                <a:gridCol w="28803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Threads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No Batch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Batch = 64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提升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1.545s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1.217s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↓ 21.2%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2.718s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0.859s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↓ 68.4%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3.121s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1.278s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↓ 59.1%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3.408s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1.340s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↓ 60.7%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457200" y="43891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Batch-size sweep (8T): 4→1.83s  8→1.58s  16→1.44s  32→1.36s  64→1.26s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Default-off 确认: env未设时 8T=3.39s, 16T=3.36s（行为不变）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2E"/>
                </a:solidFill>
              </a:rPr>
              <a:t>StackWriter 模块级瓶颈定位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530352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A8"/>
                </a:solidFill>
              </a:rPr>
              <a:t>sub-stage 34/35  ·  ring write 内锁 vs eventfd 开销分离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Sub-stage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测量内容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1T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4T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8T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16T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34 write_only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ring write + inner mutex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8.60s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20.94s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27.40s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32.25s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35 flush_only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write + eventfd 通知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9.15s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19.60s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23.94s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31.97s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33 + batch64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批处理后完整链路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1.24s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1.26s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1.37s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8912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RING WRITE 内锁占比 ~97%（8.60s vs 9.15s）— eventfd 仅 ~3%，内锁是明确主瓶颈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per-record 锁竞争随线程恶化：8T write 比 1T 慢 3.2 倍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BATCH64 消除 per-record 锁: 1T 9.15s→1.24s (7.4x)   8T 23.94s→1.26s (19x)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对标真实代码: ShareMemoryBlock::PutWithPayloadTimeout / EventNotifier::Post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2E"/>
                </a:solidFill>
              </a:rPr>
              <a:t>Prototype  ↔  OpenHarmony  架构对齐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530352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A8"/>
                </a:solidFill>
              </a:rPr>
              <a:t>热路径模块映射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840480"/>
                <a:gridCol w="38404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热路径操作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Prototype (Plan B)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OpenHarmony (hook_client.cpp)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malloc / filter / sample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hook_writer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hook_malloc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re-entry guard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HookReentryGuard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__set_hook_flag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StackRawData fill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simplified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rawdata.{pid, tid, size, addr, ts}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AddressHandler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address_handler.h  [NEW]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AddAllocAddr()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StackWriter write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stack_writer.cpp  [NEW]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WriteWithPayloadTimeout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StackWriter flush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Flush / FlushEventFd  [NEW]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Flush → EventNotifier::Post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2E"/>
                </a:solidFill>
              </a:rPr>
              <a:t>OpenHarmony Fork — 优化移植状态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530352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A8"/>
                </a:solidFill>
              </a:rPr>
              <a:t>gitlab.youtune.tech/cychi/cyc_nativehook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  <a:gridCol w="2880360"/>
                <a:gridCol w="28803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函数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调用场景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record-fill-before-lock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batch publish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hook_malloc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主分配路径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hook_calloc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C++ new 底层调用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hook_realloc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vector 扩容（free+alloc）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hook_aligned_alloc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对齐分配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hook_free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释放路径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8404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待 OpenHarmony 编译环境到位后可 benchmark 验证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未移植: PID/TID cache（已有）、tracking fallback（架构不同）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2E"/>
                </a:solidFill>
              </a:rPr>
              <a:t>经验教训 &amp; 三步预检方法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530352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A8"/>
                </a:solidFill>
              </a:rPr>
              <a:t>两个无效优化如何发生，以及后续怎么避免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2344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DF2F8"/>
          </a:solidFill>
          <a:ln w="15240">
            <a:solidFill>
              <a:srgbClr val="DB27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371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B2777"/>
                </a:solidFill>
              </a:rPr>
              <a:t>失败的优化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1691640"/>
            <a:ext cx="47548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PID/TID cache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真实代码已有 pthread_getspecific + atomic load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优化方向正确，但冗余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tracking fallback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free 记录直接发给 daemon 做匹配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producer 端不维护查表路径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优化了一个原型里才存在的瓶颈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97880" y="1234440"/>
            <a:ext cx="5989320" cy="4114800"/>
          </a:xfrm>
          <a:prstGeom prst="roundRect">
            <a:avLst>
              <a:gd name="adj" fmla="val 2222"/>
            </a:avLst>
          </a:prstGeom>
          <a:solidFill>
            <a:srgbClr val="ECFDF5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3716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</a:rPr>
              <a:t>三步预检法  [AGENTS.md]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26480" y="1691640"/>
            <a:ext cx="53035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①  画映射表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原型每个模块 ↔ 真实代码 函数+行号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②  结构对齐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原型补缺失模块，数据精确对标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③  三问预检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Q1: 改哪个原型模块？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Q2: 对应哪个真实函数？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Q3: 真实代码走不走这条路径？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→ 答不上来，不动手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2E"/>
                </a:solidFill>
              </a:rPr>
              <a:t>Next Steps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371600"/>
            <a:ext cx="109728" cy="13716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1234440" y="1508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03120" y="1554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</a:rPr>
              <a:t>Producer 端继续拆解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103120" y="1965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6A"/>
                </a:solidFill>
              </a:rPr>
              <a:t>consumer 侧 profiling，完善 sub-stage 36 完整链测量数据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14400" y="306324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3063240"/>
            <a:ext cx="109728" cy="13716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3200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03120" y="32461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</a:rPr>
              <a:t>真实代码验证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10312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6A"/>
                </a:solidFill>
              </a:rPr>
              <a:t>等待 OpenHarmony 编译环境 → GitLab fork benchmark → 合 master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4400" y="475488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4754880"/>
            <a:ext cx="109728" cy="13716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1234440" y="4892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2103120" y="49377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</a:rPr>
              <a:t>eBPF 线（如需继续）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103120" y="5349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6A"/>
                </a:solidFill>
              </a:rPr>
              <a:t>上次遗留: 4T 异常快 → 更高线程数重复实验确认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Producer Hot Path Progress</dc:title>
  <dc:subject>PptxGenJS Presentation</dc:subject>
  <dc:creator>陈一驰</dc:creator>
  <cp:lastModifiedBy>陈一驰</cp:lastModifiedBy>
  <cp:revision>1</cp:revision>
  <dcterms:created xsi:type="dcterms:W3CDTF">2026-06-02T08:01:08Z</dcterms:created>
  <dcterms:modified xsi:type="dcterms:W3CDTF">2026-06-02T08:01:08Z</dcterms:modified>
</cp:coreProperties>
</file>