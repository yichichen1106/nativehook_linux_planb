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native_hook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A8A8"/>
                </a:solidFill>
              </a:rPr>
              <a:t>Producer Hot Path Progress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3291840"/>
            <a:ext cx="3931920" cy="381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5A5A6"/>
                </a:solidFill>
              </a:rPr>
              <a:t>2026-06-05  组会汇报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5A5A6"/>
                </a:solidFill>
              </a:rPr>
              <a:t>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上次组会反馈闭环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黄总上次提出的四个问题，逐一回应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5486400" cy="50800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① "4T比1T多1.8s"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已定位：ring共享状态竞争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→ batch解决后 4T: 2.72s → 0.86s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97280"/>
            <a:ext cx="5486400" cy="508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② "跑一下perf"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用更精确的ablation替代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→ sub-stage 34/35 拆到模块内部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65760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657600"/>
            <a:ext cx="54864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49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③ "fork Gitee到GitLab"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11480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已完成：5个核心函数已加batch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→ gitlab.youtune.tech/cychi/cyc_nativehook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65760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3657600"/>
            <a:ext cx="5486400" cy="50800"/>
          </a:xfrm>
          <a:prstGeom prst="rect">
            <a:avLst/>
          </a:prstGeom>
          <a:solidFill>
            <a:srgbClr val="95A5A6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3749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④ "eBPF异常"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411480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本轮聚焦producer端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→ eBPF线暂停, 待后续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Writer/Ring Impact 拆解实验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sub-stage 28~33 逐段测量，定位多线程瓶颈来源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30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Sub-stage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测量内容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16T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28 no_ring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基线（无ring操作）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29 mutex_only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仅拿锁 + tracking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0.28s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0.62s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0.85s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1.12s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30 ring_index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+ ring index检查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0.45s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1.35s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1.92s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2.48s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31 record_copy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+ 记录拷贝到共享内存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0.68s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2.10s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2.85s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3.52s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32 atomic_pub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+ atomic write_index发布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0.75s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2.35s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3.10s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3.80s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33 full_notify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+ eventfd通知 + consumer交互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1.24s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2.72s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3.12s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3.41s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114800"/>
            <a:ext cx="11155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多线程额外开销主要来自 ring index/copy 和 atomic publish（共享状态竞争逐渐放大）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notify/consumer 交互是额外大项，8T/16T 下显著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Producer 端优化路线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三项优化，逐级降低 per-record 共享路径开销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3657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3657600" cy="508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88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优化 1: Notify Outside Mutex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Flush(eventfd) 移出 writer 锁临界区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8T: 3.12s → 2.85s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16T: 3.41s → 2.98s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减少持锁时间，8T+有效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1097280"/>
            <a:ext cx="3657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1960" y="1097280"/>
            <a:ext cx="3657600" cy="508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1188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优化 2: Record Fill Outside Mutex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34840" y="155448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record 元数据填充移出锁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4T: 3.51s → 2.72s (22.5%)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8T: 3.64s → 3.12s (14.3%)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缩短临界区在多线程下明显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097280"/>
            <a:ext cx="3657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38160" y="1097280"/>
            <a:ext cx="3657600" cy="50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188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★ 优化 3: Stage 6 Batch Publish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155448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per-thread buffer → 批量拿锁写入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一次 atomic publish → 一次 notify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1T: 1.55s → 1.22s (+21%)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8T: 3.12s → 1.28s (+59%)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Batching 是对比后收益最大的优化：单次持锁处理多条记录，大幅降低 per-record 竞争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env gate: LNHV1_STAGE6_BATCH_SIZE=&lt;1..64&gt;（默认0=off）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Batch Publish — Pink 验证数据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固定100万次malloc/free pair，Stage6 full notify 配置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30000" cy="914400"/>
        </p:xfrm>
        <a:graphic>
          <a:graphicData uri="http://schemas.openxmlformats.org/drawingml/2006/table">
            <a:tbl>
              <a:tblPr/>
              <a:tblGrid>
                <a:gridCol w="2857500"/>
                <a:gridCol w="2857500"/>
                <a:gridCol w="2857500"/>
                <a:gridCol w="28575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Threads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 Batch (record-fill-outside-lock)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Batch = 64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提升幅度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1.545s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1.217s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↓ 21.2%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2.718s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0.859s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↓ 68.4%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3.121s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1.278s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↓ 59.1%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16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3.408s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1.340s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↓ 60.7%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3657600"/>
            <a:ext cx="11155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Batch-size sweep (8T): batch4=1.83s  batch8=1.58s  batch16=1.44s  batch32=1.36s  batch64=1.26s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Default-off check (env unset): 8T=3.39s, 16T=3.36s——行为不变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结论：per-record 共享 ring 发布是剩余最大 Stage 6 扩展成本，batch 大幅缓解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StackWriter 模块级瓶颈定位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sub-stage 34/35：分离 ring write 内锁 与 eventfd 开销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30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Sub-stage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测量内容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4T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16T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34 write_only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ring write + inner mutex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8.60s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20.94s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27.40s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32.25s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35 flush_only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write + eventfd 通知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9.15s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19.60s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23.94s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31.97s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33+batch64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批处理后完整链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1.24s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1.26s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1.37s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3840480"/>
            <a:ext cx="11155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ring write 内锁占 ~97%（8.60s vs 9.15s），eventfd 仅 ~3%——内锁是明确主瓶颈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per-record 锁竞争随线程恶化：8T write 比 1T 慢 3.2x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batch64 消除 per-record 锁：1T 9.15s → 1.24s (7.4x), 8T 23.94s → 1.26s (19x)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数据直接对标真实代码 ShareMemoryBlock::PutWithPayloadTimeout + EventNotifier::Post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Prototype ↔ OpenHarmony 热路径对齐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重构后原型结构与真实代码在模块级别可比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30000" cy="914400"/>
        </p:xfrm>
        <a:graphic>
          <a:graphicData uri="http://schemas.openxmlformats.org/drawingml/2006/table">
            <a:tbl>
              <a:tblPr/>
              <a:tblGrid>
                <a:gridCol w="2857500"/>
                <a:gridCol w="2857500"/>
                <a:gridCol w="2857500"/>
                <a:gridCol w="28575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热路径操作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Prototype (Plan B)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OpenHarmony (hook_client.cpp)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对齐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malloc/filter/sample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hook_writer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hook_malloc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re-entry guard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HookReentryGuard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__set_hook_flag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StackRawData fill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simplified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rawdata.{pid,tid,size,addr,ts}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⚠️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AddressHandler tracking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address_handler.h (新增)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AddAllocAddr()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StackWriter write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stack_writer.cpp (新增)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WriteWithPayloadTimeout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StackWriter flush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Flush / FlushEventFd (新增)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Flush → EventNotifier::Post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FpUnwind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— (x86限制)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FpUnwind() aarch64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❌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OpenHarmony Fork — 优化移植状态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五个核心函数已全部覆盖 record-fill-before-lock + batch publish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30000" cy="914400"/>
        </p:xfrm>
        <a:graphic>
          <a:graphicData uri="http://schemas.openxmlformats.org/drawingml/2006/table">
            <a:tbl>
              <a:tblPr/>
              <a:tblGrid>
                <a:gridCol w="2857500"/>
                <a:gridCol w="2857500"/>
                <a:gridCol w="2857500"/>
                <a:gridCol w="28575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函数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调用场景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record-fill-before-lock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batch publish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hook_malloc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主分配路径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hook_calloc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C++ new 底层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hook_realloc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vector 扩容（free+alloc双记录）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hook_aligned_alloc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对齐分配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hook_free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释放路径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F0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3840480"/>
            <a:ext cx="11155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仓库: gitlab.youtune.tech/cychi/cyc_nativehook  (master分支)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待 OpenHarmony 编译环境到位后可 benchmark 验证</a:t>
            </a:r>
            <a:endParaRPr lang="en-US" sz="13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未移植: PID/TID cache（已有）、thread_local_fallback tracking（架构不同，不适用）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经验教训 &amp; 优化方法论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两个无效优化如何发生，以及后续怎么避免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5303520" cy="5080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88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两个无效优化的教训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✗ PID/TID cache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真实代码已有 pthread_getspecific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原型重复开发，移植时发现冗余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✗ thread_local_fallback tracking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真实代码 free 不查 producer 端表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优化了一个原型里才存在的瓶颈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35040" y="1097280"/>
            <a:ext cx="5486400" cy="50800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</a:rPr>
              <a:t>新的三步法（已写入 AGENTS.md）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155448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① 画映射表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原型每个模块 ↔ 真实代码 函数+行号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② 结构对齐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原型补缺失模块，实验数据精确对标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③ 三问预检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改哪个模块？对哪个函数？走这条路径？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4A4A6A"/>
                </a:solidFill>
              </a:rPr>
              <a:t>　 答不上来 → 不动手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B1B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9140"/>
            <a:ext cx="12188952" cy="38100"/>
          </a:xfrm>
          <a:prstGeom prst="rect">
            <a:avLst/>
          </a:prstGeom>
          <a:solidFill>
            <a:srgbClr val="00A8A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</a:rPr>
              <a:t>接下来聚焦三个方向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0" y="137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A8A8"/>
                </a:solidFill>
              </a:rPr>
              <a:t>native_hook Plan 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6B35"/>
                </a:solidFill>
              </a:rPr>
              <a:t>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3A"/>
                </a:solidFill>
              </a:rPr>
              <a:t>① Producer 端继续拆解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56032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consumer 侧 profiling：notify/consumer 交互还有剩余空间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完善 sub-stage 36 的完整链测量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28016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80560" y="13716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8A8"/>
                </a:solidFill>
              </a:rPr>
              <a:t>2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48056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3A"/>
                </a:solidFill>
              </a:rPr>
              <a:t>② 真实代码验证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256032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等待 OpenHarmony 编译环境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GitLab fork  benchmark 验证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通过后合 master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3716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5A5A6"/>
                </a:solidFill>
              </a:rPr>
              <a:t>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321040" y="2011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3A"/>
                </a:solidFill>
              </a:rPr>
              <a:t>③ eBPF 线（如需）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21040" y="256032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上次组会遗留：4T eBPF 异常快的问题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更高线程数重复实验确认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5A5A6"/>
                </a:solidFill>
              </a:rPr>
              <a:t>陈一驰 | 2026-06-05 组会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2026-06-02T07:50:09Z</dcterms:created>
  <dcterms:modified xsi:type="dcterms:W3CDTF">2026-06-02T07:50:09Z</dcterms:modified>
</cp:coreProperties>
</file>