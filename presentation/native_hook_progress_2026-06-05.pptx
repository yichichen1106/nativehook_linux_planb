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高线程验证: 8T eBPF=1.71s vs LD=4.27s (2.5x)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16T eBPF=1.47s vs LD=4.39s (3.0x)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 per-CPU ringbuf 无共享竞争 → 详见 Slide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写入器/环形缓冲区 逐段拆解实验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生产者端 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09728" cy="2468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记录填充移出写入锁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92024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移出锁的操作: 进程ID、线程ID、时间戳、类型、大小、地址 + 线程名更新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这些字段不碰共享状态——进程/线程ID缓存于线程本地，时间戳直接系统调用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原来: 拿锁 → 填充字段 → 写共享内存 → 通知 → 放锁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优化后: 填充字段 → 拿锁 → 写共享内存 → 通知 → 放锁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核心收益: 缩短临界区 → 减少其他线程等锁时间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74904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749040"/>
            <a:ext cx="109728" cy="24688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批量发布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线程本地缓冲区 (固定大小数组 + 计数器)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每条记录先进入缓冲区; 攒满批次大小 → 触发批量排空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排空时: 拿一次锁 → 批量写共享内存 → 一次原子更新索引 → 一次事件通知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线程退出时析构函数自动排空残留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env gate: LNHV1_STAGE6_BATCH_SIZE=1~64（默认0=关闭）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效果: 1T 1.55s→1.22s    8T 3.12s→1.28s    16T 3.41s→1.34s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工作原理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逐记录  vs  逐批次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逐记录模式（优化前）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18872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554480" y="16002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16002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9456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904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8872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554480" y="22860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22860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9456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56032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38328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74904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8872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554480" y="29718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54480" y="29718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9456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38328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74904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4206240"/>
            <a:ext cx="4297680" cy="320040"/>
          </a:xfrm>
          <a:prstGeom prst="roundRect">
            <a:avLst>
              <a:gd name="adj" fmla="val 11429"/>
            </a:avLst>
          </a:prstGeom>
          <a:solidFill>
            <a:srgbClr val="EEF2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20624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record → 每条记录走一遍拿锁、写共享内存、通知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逐批次模式（batch=64 优化后）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58368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8368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8368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8368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83680" y="393192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3931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64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72400" y="1737360"/>
            <a:ext cx="1463040" cy="2834640"/>
          </a:xfrm>
          <a:prstGeom prst="roundRect">
            <a:avLst>
              <a:gd name="adj" fmla="val 3750"/>
            </a:avLst>
          </a:prstGeom>
          <a:solidFill>
            <a:srgbClr val="F0FDF4"/>
          </a:solidFill>
          <a:ln w="19050">
            <a:solidFill>
              <a:srgbClr val="059669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777240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buffer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64 records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72400" y="29260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4A6A"/>
                </a:solidFill>
              </a:rPr>
              <a:t>count++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772400" y="3383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满 64 → flush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72400" y="3840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A6A"/>
                </a:solidFill>
              </a:rPr>
              <a:t>析构 → flush 残留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498080" y="1801368"/>
            <a:ext cx="274320" cy="3931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7498080" y="2487168"/>
            <a:ext cx="274320" cy="1645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498080" y="3172968"/>
            <a:ext cx="274320" cy="-64008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9235440" y="214884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50976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50976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lock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10332720" y="205740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1060704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0704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write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64条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1521440" y="1965960"/>
            <a:ext cx="1371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9235440" y="324612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509760" y="3017520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509760" y="3017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publish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607040" y="315468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10881360" y="301752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81360" y="30175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notify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274320" y="5669280"/>
            <a:ext cx="11521440" cy="594360"/>
          </a:xfrm>
          <a:prstGeom prst="roundRect">
            <a:avLst>
              <a:gd name="adj" fmla="val 6154"/>
            </a:avLst>
          </a:prstGeom>
          <a:solidFill>
            <a:srgbClr val="FFF7ED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" y="56692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即：100万次锁操作 → 1.5万次锁操作    100万次原子索引发布 → 1.5万次    ~5万次事件通知 → ~780次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服务器验证数据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eBPF 高线程验证 — 反超 LD_PRELOAD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per-CPU ringbuf 无共享竞争，高线程下优势显著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uprobe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LD_PRELOAD optimized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快多少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4.19s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1.67s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4.27s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2.6x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2.5x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上次组会: 4T eBPF 比 LD_PRELOAD 慢 0.18s，结论是"不适合替代"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新增 8T/16T 实验 (三次重复): eBPF 全面反超，16T 下快 3 倍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原因: eBPF per-CPU ringbuf 无共享锁竞争，而 LD_PRELOAD batch 仍有 per-batch 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结论: 低线程 LD_PRELOAD 更好，高线程 eBPF 天花板更高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栈写入器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原型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已对齐的模块 vs 仍存在的差异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5486400" cy="5029200"/>
          </a:xfrm>
          <a:prstGeom prst="roundRect">
            <a:avLst>
              <a:gd name="adj" fmla="val 1818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 已对齐的模块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操作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原型 (Plan B)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真实代码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malloc入口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hook_writer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hook_malloc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重入保护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HookReentryGuard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__set_hook_flag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地址追踪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address_handler.h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AddAllocAddr()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写共享内存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stack_writer.cpp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WriteWithPayloadTimeout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通知消费者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stack_writer::Flush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Flush→EventNotifier::Post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989320" y="1097280"/>
            <a:ext cx="5943600" cy="5029200"/>
          </a:xfrm>
          <a:prstGeom prst="roundRect">
            <a:avLst>
              <a:gd name="adj" fmla="val 1818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1792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777"/>
                </a:solidFill>
              </a:rPr>
              <a:t>✗ 仍存在的差异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309360" y="169164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FpUnwind 栈回溯: aarch64 专用指令，原型跑 x86 无法实现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StackRawData 格式: 原型简化版字段 vs 真实代码含 ip[] 数组 + jsChainId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record 大小计算: 原型固定 sizeof(HookRecord)，真实代码根据 fpunwind 模式动态计算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构建系统: 原型用 CMake，真实代码用 GN + OpenHarmony SDK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共享内存层: 原型直接操作 ring，真实代码多一层 ShareMemoryBlock 封装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consumer 交互: 原型简单 eventfd，真实代码多了一层 EventNotifier + 心跳检测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编译验证: 原型可本地编译测试，真实代码待 OH SDK 环境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高线程验证结论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8T/16T 已确认：eBPF per-CPU ringbuf 反超 LD_PRELOAD 2.5~3x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如需进一步：评估 producer 端 eBPF 替代方案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2026-06-03T05:48:45Z</dcterms:created>
  <dcterms:modified xsi:type="dcterms:W3CDTF">2026-06-03T05:48:45Z</dcterms:modified>
</cp:coreProperties>
</file>