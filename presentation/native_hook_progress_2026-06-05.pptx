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0116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record 元数据填充移出锁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缩短临界区 = 减少竞争窗口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0116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per-thread buffer → 一次拿锁批量写 → 一次 atomic publish → 一次 notify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env gate: LNHV1_STAGE6_BATCH_SIZE = &lt;1..64&gt;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2026-06-03T02:33:40Z</dcterms:created>
  <dcterms:modified xsi:type="dcterms:W3CDTF">2026-06-03T02:33:40Z</dcterms:modified>
</cp:coreProperties>
</file>