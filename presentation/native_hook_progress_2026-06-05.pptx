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固定总负载指标，多线程并行就该比单线程快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eBPF单线程开销重，4T并行优势体现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本轮聚焦producer端，eBPF暂停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011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record 元数据填充移出锁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缩短临界区 = 减少竞争窗口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0116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线（如需继续）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上次遗留: 4T 异常快 → 更高线程数重复实验确认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2026-06-03T02:20:58Z</dcterms:created>
  <dcterms:modified xsi:type="dcterms:W3CDTF">2026-06-03T02:20:58Z</dcterms:modified>
</cp:coreProperties>
</file>