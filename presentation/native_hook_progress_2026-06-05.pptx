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pid, tid, timestamp, type, size, addr 填充 + thread-name 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这些操作不碰共享状态——pid/tid 是 thread-local cache，timestamp 是 clock_gettime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原来锁内做: lock → fill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fill → lock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缩短锁内工作量 → 减少其他线程排队等锁时间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per-thread buffer (array&lt;HookRecord, 65&gt;) + counter, env: LNHV1_STAGE6_BATCH_SIZE=1~64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BufferStage6Record: 每 record 加到 buffer; count &gt;= batch_size 时触发 FlushStage6Batch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Flush 内: 拿一次 mutex_ → WriteRecordsLocked(批量拷贝到 ring) → 一次 atomic write_index → 一次 PrepareFlush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 100万条 = 100万次拿锁 + 100万次 atomic publish + ~5万次 eventfd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batch64 ↓ = ~1.5万次拿锁 + ~1.5万次 atomic publish + ~780次 eventfd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线程退出时 Stage6RecordBatch 析构函数自动 Flush 排空残留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2026-06-03T02:56:53Z</dcterms:created>
  <dcterms:modified xsi:type="dcterms:W3CDTF">2026-06-03T02:56:53Z</dcterms:modified>
</cp:coreProperties>
</file>