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8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0"/>
            <a:ext cx="12188952" cy="38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194560"/>
            <a:ext cx="12188952" cy="38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3291840"/>
            <a:ext cx="12188952" cy="38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389120"/>
            <a:ext cx="12188952" cy="38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5486400"/>
            <a:ext cx="12188952" cy="381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0" y="1828800"/>
            <a:ext cx="731520" cy="2743200"/>
          </a:xfrm>
          <a:prstGeom prst="rect">
            <a:avLst/>
          </a:prstGeom>
          <a:solidFill>
            <a:srgbClr val="0D2B3E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0" y="19202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0F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native_hook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22860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PRODUCER HOT PATH ANALYSIS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3520440"/>
            <a:ext cx="4572000" cy="1905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2026.06.05  |  GROUP MEETING  |  陈一驰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6675120"/>
            <a:ext cx="12188952" cy="12700"/>
          </a:xfrm>
          <a:prstGeom prst="rect">
            <a:avLst/>
          </a:prstGeom>
          <a:solidFill>
            <a:srgbClr val="00E5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上次组会反馈闭环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FEEDBACK LOOP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09728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0D3320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097280"/>
            <a:ext cx="109728" cy="22860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34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</a:rPr>
              <a:t>"4T比1T多1.8s"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ring共享状态竞争 → batch解决后4T: 2.72s→0.86s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0D2B3E"/>
          </a:solidFill>
          <a:ln/>
        </p:spPr>
      </p:sp>
      <p:sp>
        <p:nvSpPr>
          <p:cNvPr id="13" name="Shape 11"/>
          <p:cNvSpPr/>
          <p:nvPr/>
        </p:nvSpPr>
        <p:spPr>
          <a:xfrm>
            <a:off x="6126480" y="1097280"/>
            <a:ext cx="109728" cy="22860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234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</a:rPr>
              <a:t>"跑一下perf"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1031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用ablation替代perf → sub-stage 34/35拆到模块内部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65760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331A0D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3657600"/>
            <a:ext cx="109728" cy="2286000"/>
          </a:xfrm>
          <a:prstGeom prst="rect">
            <a:avLst/>
          </a:prstGeom>
          <a:solidFill>
            <a:srgbClr val="FF6D3A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794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6D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4008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</a:rPr>
              <a:t>"fork Gitee到GitLab"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66344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5个核心函数全加batch → gitlab.youtune.tech/cychi/cyc_nativehook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365760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1A23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3657600"/>
            <a:ext cx="109728" cy="22860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794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PAUSED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40080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</a:rPr>
              <a:t>"4T eBPF异常快"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0" y="466344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64748B"/>
                </a:solidFill>
              </a:rPr>
              <a:t>本轮聚焦producer端，eBPF线暂停待后续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Writer/Ring Impact 拆解实验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SUB-STAGE 28~33  ·  100万次 malloc/free pair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测量内容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1T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4T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8T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16T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28 no_ring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基线（无ring操作）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29 mutex_only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仅拿锁 + tracking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0.28s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0.62s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0.85s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1.12s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30 ring_index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+ ring index检查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0.45s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1.35s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1.92s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2.48s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31 record_copy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+ 记录拷贝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0.68s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2.10s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2.85s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3.52s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32 atomic_pub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+ atomic write_index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0.75s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2.35s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3.10s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3.80s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33 full_notify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+ eventfd+consumer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1.24s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2.72s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3.12s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3.41s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206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notify/consumer 交互在 8T/16T 下显著抬头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Producer 端三项优化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PER-RECORD OVERHEAD REDUCTION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143000"/>
            <a:ext cx="11430000" cy="1554480"/>
          </a:xfrm>
          <a:prstGeom prst="roundRect">
            <a:avLst>
              <a:gd name="adj" fmla="val 3529"/>
            </a:avLst>
          </a:prstGeom>
          <a:solidFill>
            <a:srgbClr val="11182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463040" y="1280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NOTIFY OUTSIDE MUTEX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16459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eventfd写入移出writer锁临界区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11430000" cy="1554480"/>
          </a:xfrm>
          <a:prstGeom prst="roundRect">
            <a:avLst>
              <a:gd name="adj" fmla="val 3529"/>
            </a:avLst>
          </a:prstGeom>
          <a:solidFill>
            <a:srgbClr val="111827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089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63040" y="3063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FILL OUTSIDE MUTEX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34290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record元数据填充移出锁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缩短临界区 = 减少竞争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709160"/>
            <a:ext cx="11430000" cy="1554480"/>
          </a:xfrm>
          <a:prstGeom prst="roundRect">
            <a:avLst>
              <a:gd name="adj" fmla="val 3529"/>
            </a:avLst>
          </a:prstGeom>
          <a:solidFill>
            <a:srgbClr val="111827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6D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463040" y="4846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D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6 BATCH PUBLISH 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521208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per-thread buffer → 一次拿锁批量写 → 一次publish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env: LNHV1_STAGE6_BATCH_SIZE=&lt;1..64&gt;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Batch Publish — Pink Benchmark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100万次 malloc/free pair  ·  Stage 6 full notify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103120" y="12344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 Thread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200400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029200" y="12344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4 Threads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26480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955280" y="12344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8T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8 Threads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0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0881360" y="12344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5256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16 Threads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  <a:gridCol w="2834640"/>
                <a:gridCol w="28346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Threads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No Batch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Batch=64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Δ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1.545s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1.217s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↓ 21.2%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2.718s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0.859s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↓ 68.4%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3.121s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1.278s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↓ 59.1%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3.408s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1.340s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↓ 60.7%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Default-off 确认无误: env未设时 8T=3.39s, 16T=3.36s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模块级瓶颈定位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SUB-STAGE 34/35  ·  RING WRITE vs EVENTFD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  <a:gridCol w="1889760"/>
                <a:gridCol w="1889760"/>
                <a:gridCol w="1889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测量内容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1T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4T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8T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16T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34 write_only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ring write + inner mutex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8.60s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20.94s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27.40s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32.25s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35 flush_only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write + eventfd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9.15s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19.60s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23.94s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31.97s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33 batch64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批处理后完整链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1.24s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1.26s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1.37s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2062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RING WRITE 内锁占比 ~97% (8.60s vs 9.15s) —— EVENTFD 仅 ~3%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per-record 锁竞争: 8T 比 1T 慢 3.2x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BATCH64: 1T 9.15s→1.24s (7.4x)    8T 23.94s→1.26s (19x)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对标: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Prototype ↔ OpenHarmony 架构对齐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HOT PATH MAPPING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79520"/>
                <a:gridCol w="3779520"/>
                <a:gridCol w="3779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Prototype (Plan B)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OpenHarmony (hook_client.cpp)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malloc/filter/sample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re-entry guard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StackRawData fill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simplified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rawdata.{pid,tid,size,addr,ts}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AddressHandler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address_handler.h  [NEW]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StackWriter write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stack_writer.cpp  [NEW]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StackWriter flush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Flush / FlushEventFd  [NEW]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Flush → EventNotifier::Post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OpenHarmony Fork — 移植状态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gitlab.youtune.tech/cychi/cyc_nativehook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834640"/>
                <a:gridCol w="2834640"/>
                <a:gridCol w="28346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函数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场景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fill-before-lock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E5FF"/>
                          </a:solidFill>
                        </a:rPr>
                        <a:t>batch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主分配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hook_calloc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C++ new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hook_realloc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vector扩容 (free+alloc)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hook_aligned_alloc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对齐分配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hook_free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释放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FF88"/>
                          </a:solidFill>
                        </a:rPr>
                        <a:t>✓</a:t>
                      </a:r>
                      <a:endParaRPr lang="en-US" sz="900" dirty="0"/>
                    </a:p>
                  </a:txBody>
                  <a:tcPr marL="76200" marR="76200" marT="25400" marB="25400">
                    <a:lnL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未移植: PID/TID cache (已有) / tracking fallback (架构不同)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方法论: 三步预检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LESSONS LEARNED &amp; PRE-FLIGHT CHECKLIST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5303520" cy="4114800"/>
          </a:xfrm>
          <a:prstGeom prst="roundRect">
            <a:avLst>
              <a:gd name="adj" fmla="val 1333"/>
            </a:avLst>
          </a:prstGeom>
          <a:solidFill>
            <a:srgbClr val="33182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 OPTIMIZATIONS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PID/TID cache → 真实代码已有 pthread_getspecific + atomic load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tracking fallback → free不查producer端表, 优化不存在的瓶颈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5943600" cy="4114800"/>
          </a:xfrm>
          <a:prstGeom prst="roundRect">
            <a:avLst>
              <a:gd name="adj" fmla="val 1333"/>
            </a:avLst>
          </a:prstGeom>
          <a:solidFill>
            <a:srgbClr val="0D332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371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3-STEP PRE-FLIGHT  [AGENTS.md]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18288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① 画映射表: 原型模块 ↔ 真实代码 函数+行号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② 结构对齐: 补缺失模块, 数据精确对标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③ 三问预检: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   Q1 改哪个模块?  Q2 对哪个函数?  Q3 走这条路径?</a:t>
            </a:r>
            <a:endParaRPr lang="en-US" sz="1100" dirty="0"/>
          </a:p>
          <a:p>
            <a:pPr marL="342900" indent="-342900">
              <a:lnSpc>
                <a:spcPts val="2200"/>
              </a:lnSpc>
              <a:spcAft>
                <a:spcPts val="400"/>
              </a:spcAft>
              <a:buSzPct val="100000"/>
              <a:buChar char="▶"/>
            </a:pPr>
            <a:r>
              <a:rPr lang="en-US" sz="1100" dirty="0">
                <a:solidFill>
                  <a:srgbClr val="64748B"/>
                </a:solidFill>
              </a:rPr>
              <a:t>   答不上来 → 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"/>
            <a:ext cx="19050" cy="4572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4" name="Text 2"/>
          <p:cNvSpPr/>
          <p:nvPr/>
        </p:nvSpPr>
        <p:spPr>
          <a:xfrm>
            <a:off x="1554480" y="182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ROADMAP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868680"/>
            <a:ext cx="12188952" cy="635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1371600"/>
            <a:ext cx="91440" cy="1371600"/>
          </a:xfrm>
          <a:prstGeom prst="rect">
            <a:avLst/>
          </a:prstGeom>
          <a:solidFill>
            <a:srgbClr val="00E5FF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E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10312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4FF"/>
                </a:solidFill>
              </a:rPr>
              <a:t>Producer 继续拆解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1965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consumer侧 profiling · 完善 sub-stage 36 完整链测量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3108960"/>
            <a:ext cx="10332720" cy="13716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08960"/>
            <a:ext cx="91440" cy="13716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3291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103120" y="3291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4FF"/>
                </a:solidFill>
              </a:rPr>
              <a:t>真实代码验证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等编译环境 → GitLab fork benchmark → 合 master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4846320"/>
            <a:ext cx="10332720" cy="13716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4846320"/>
            <a:ext cx="91440" cy="13716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5029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2103120" y="5029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4FF"/>
                </a:solidFill>
              </a:rPr>
              <a:t>eBPF 线 (如需)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103120" y="5440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上次遗留: 4T异常快 → 更高线程数重复实验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2026-06-02T07:56:26Z</dcterms:created>
  <dcterms:modified xsi:type="dcterms:W3CDTF">2026-06-02T07:56:26Z</dcterms:modified>
</cp:coreProperties>
</file>