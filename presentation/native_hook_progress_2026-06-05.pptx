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468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移出锁的操作: pid, tid, timestamp, type, size, addr 填充 + thread-name 更新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这些操作不碰共享状态——pid/tid 是 thread-local cache，timestamp 是 clock_gettime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原来锁内做: lock → fill → write_ring → notify → unlock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优化后: fill → lock → write_ring → notify → unlock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核心收益: 缩短锁内工作量 → 减少其他线程排队等锁时间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4688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per-thread buffer (array&lt;HookRecord, 65&gt;) + counter, env: LNHV1_STAGE6_BATCH_SIZE=1~64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BufferStage6Record: 每 record 加到 buffer; count &gt;= batch_size 时触发 FlushStage6Batch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Flush 内: 拿一次 mutex_ → WriteRecordsLocked(批量拷贝到 ring) → 一次 atomic write_index → 一次 PrepareFlush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原来 100万条 = 100万次拿锁 + 100万次 atomic publish + ~5万次 eventfd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batch64 ↓ = ~1.5万次拿锁 + ~1.5万次 atomic publish + ~780次 eventfd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2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A4A6A"/>
                </a:solidFill>
              </a:rPr>
              <a:t>线程退出时 Stage6RecordBatch 析构函数自动 Flush 排空残留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工作原理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Per-Record  vs  Per-Batch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Per-Record（优化前）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 percord 走一遍拿锁、写ring、通知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Per-Batch（batch=64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即：100万次锁操作 → 1.5万次锁操作    100万次 atomic publish → 1.5万次    ~5万次 eventfd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2026-06-03T03:00:27Z</dcterms:created>
  <dcterms:modified xsi:type="dcterms:W3CDTF">2026-06-03T03:00:27Z</dcterms:modified>
</cp:coreProperties>
</file>