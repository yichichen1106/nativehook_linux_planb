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5276"/>
                </a:solidFill>
              </a:rPr>
              <a:t>native_hook Producer Hot Path Progress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8C8D"/>
                </a:solidFill>
              </a:rPr>
              <a:t>2026-06-05 组会汇报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陈一驰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上次组会反馈闭环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1. "4线程比1线程多1.8s，怀疑有额外热点"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 → 已定位：ring共享状态竞争。batch解决后4T从2.72s→0.86s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2. "跑一下perf收集"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 → 用更精确的ablation替代：sub-stage 34/35拆到模块内部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3. "fork Gitee到GitLab，有效果合master"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 → 已完成：5个核心函数全加batch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4. "4T eBPF怎么比1T快" → 本轮聚焦producer，未继续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Writer/Ring Impact 拆解（sub-stage 28~33）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Sub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无ring操作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仅拿writer锁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+ring index检查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+记录拷贝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+atomic publish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+eventfd+consumer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多线程额外开销主要来自ring index/copy和atomic publish（共享状态竞争）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notify/consumer是额外大项，但不占主导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Producer端优化路线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优化1: Notify outside writer mutex — 减少持锁写eventfd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优化2: Record fill outside writer mutex — 缩短临界区（4T省22.5%）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★ 优化3: Stage 6 Batch Publish（核心）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LNHV1_STAGE6_BATCH_SIZE=&lt;1..64&gt;，默认0=off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per-thread buffer → 一次拿锁批量写 → 一次atomic publish → 一次notify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减少per-record的锁获取和eventfd开销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Batch Publish — Pink Benchmark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Batch=64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21.2%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68.4%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59.1%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60.7%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657600"/>
            <a:ext cx="10515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batch4→1.83s  batch8→1.58s  batch16→1.44s  batch32→1.36s  batch64→1.26s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结论：per-record共享ring发布是剩余最大Stage6成本，batch大幅缓解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StackWriter模块级瓶颈定位（sub-stage 34/35）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Sub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ring write + 内锁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write + eventfd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33+batch64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批处理后完整链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657600"/>
            <a:ext cx="10515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ring write内锁占 ~97%（8.60s vs 9.15s），eventfd仅 ~3%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per-record锁竞争随线程恶化（8T比1T慢3倍）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batch64: 1T 9.15s→1.24s（7.4x）， 8T 23.94s→1.26s（19x）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对标真实代码 ShareMemoryBlock::PutWithPayloadTimeout/EventNotifier::Post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Prototype ↔ OpenHarmony 热路径对齐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操作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Prototype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OpenHarmony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malloc/filter/sample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rawdata.{pid,tid,size,addr,ts}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address_handler.h ✅新增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stack_writer.cpp ✅新增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stack_writer::Flush ✅新增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Flush→EventNotifier::Post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FpUnwind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— x86限制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FpUnwind() aarch64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OpenHarmony Fork — 优化移植状态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hook_calloc (C++ new)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hook_realloc (vector扩容)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✅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6576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仓库: gitlab.youtune.tech/cychi/cyc_nativehook (master)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待OpenHarmony编译环境到位后可benchmark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未移植: PID/TID cache（已有）、tracking fallback（不适用）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经验教训 &amp; 优化方法论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两个无效优化：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PID/TID cache — 真实代码已有pthread_getspecific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tracking fallback — 真实代码free不查producer端表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新的三步法：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① 画映射表：原型模块 ↔ 真实代码 函数+行号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② 结构对齐：补缺失模块，实验数据精确对标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③ 三问预检：改哪个模块？对哪个函数？走这条路径？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   答不上来不动手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已写入AGENTS.md，后续所有优化强制执行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1. 继续producer端拆解: consumer侧profiling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2. 等OpenHarmony编译环境→真实代码benchmark验证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3. GitLab fork验证通过后合master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4. 如需回到eBPF线: 高线程数重复实验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YiChiChen</dc:creator>
  <cp:lastModifiedBy>YiChiChen</cp:lastModifiedBy>
  <cp:revision>1</cp:revision>
  <dcterms:created xsi:type="dcterms:W3CDTF">2026-06-02T07:46:03Z</dcterms:created>
  <dcterms:modified xsi:type="dcterms:W3CDTF">2026-06-02T07:46:03Z</dcterms:modified>
</cp:coreProperties>
</file>