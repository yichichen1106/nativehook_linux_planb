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gitlab.youtune.tech/cychi/cyc_nativehook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固定总负载指标，多线程并行就该比单线程快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eBPF单线程开销重，4T并行优势体现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本轮聚焦producer端，eBPF暂停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Writer/Ring Impact 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Producer 端三项优化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逐级降低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188720"/>
            <a:ext cx="109728" cy="15544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325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Notify Outside Writer Mutex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69164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eventfd 写入移出 writer 锁临界区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8T: 3.12s→2.85s    16T: 3.41s→2.98s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减少持锁时间，多线程有效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971800"/>
            <a:ext cx="109728" cy="1554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154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Record Fill Outside Writer Mutex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元数据填充移出锁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3.51s→2.72s (22.5%)    8T: 3.64s→3.12s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缩短临界区 = 减少竞争窗口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74320" y="4754880"/>
            <a:ext cx="116128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4754880"/>
            <a:ext cx="109728" cy="155448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4937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★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37160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Stage 6  Batch  Publish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54480" y="52578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per-thread buffer → 一次拿锁批量写 → 一次 atomic publish → 一次 notify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1T: 1.55s→1.22s    8T: 3.12s→1.28s    16T: 3.41s→1.34s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env gate: LNHV1_STAGE6_BATCH_SIZE = &lt;1..64&gt;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Batch Publish — Pink 验证数据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StackWriter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Prototype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热路径模块映射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84048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热路径操作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Prototype (Plan B)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OpenHarmony (hook_client.cpp)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malloc / filter / sample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hook_writer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re-entry 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HookReentryGuard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__set_hook_flag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StackRawData fill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simplified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rawdata.{pid, tid, size, addr, ts}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AddressHandler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address_handler.h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AddAllocAddr()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write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stack_writer.cpp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WriteWithPayloadTimeout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StackWriter flush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Flush / FlushEventFd  [NEW]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Flush → EventNotifier::Post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gitlab.youtune.tech/cychi/cyc_nativehook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  [AGENTS.md]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Next Steps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线（如需继续）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上次遗留: 4T 异常快 → 更高线程数重复实验确认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2026-06-03T01:45:53Z</dcterms:created>
  <dcterms:modified xsi:type="dcterms:W3CDTF">2026-06-03T01:45:53Z</dcterms:modified>
</cp:coreProperties>
</file>