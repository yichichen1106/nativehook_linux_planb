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本轮聚焦producer端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eBPF线暂停，待后续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端三项优化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逐级降低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9728" cy="1554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Notify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69164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eventfd 写入移出 writer 锁临界区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8T: 3.12s→2.85s    16T: 3.41s→2.98s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减少持锁时间，多线程有效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971800"/>
            <a:ext cx="109728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缩短临界区 = 减少竞争窗口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75488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4754880"/>
            <a:ext cx="109728" cy="15544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★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37160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52578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线（如需继续）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上次遗留: 4T 异常快 → 更高线程数重复实验确认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2026-06-02T08:03:05Z</dcterms:created>
  <dcterms:modified xsi:type="dcterms:W3CDTF">2026-06-02T08:03:05Z</dcterms:modified>
</cp:coreProperties>
</file>