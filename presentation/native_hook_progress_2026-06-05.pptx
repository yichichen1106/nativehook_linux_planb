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A1A2E"/>
                </a:solidFill>
              </a:rPr>
              <a:t>native_hook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914400" y="2697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563EB"/>
                </a:solidFill>
              </a:rPr>
              <a:t>Producer Hot Path 优化进展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A8"/>
                </a:solidFill>
              </a:rPr>
              <a:t>2026.06.05  组会汇报  ·  陈一驰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上次组会反馈闭环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四个问题，逐一回应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000000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▸ "4T比1T多1.8s"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011680"/>
            <a:ext cx="53035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ring共享状态竞争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→ batch解决后 4T: 2.72s → 0.86s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000000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12801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263640" y="15544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▸ "跑一下perf"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63640" y="2011680"/>
            <a:ext cx="53035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ablation替代perf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→ sub-stage 34/35 拆到模块内部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000000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886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4160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▸ "fork Gitee→GitLab"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617720"/>
            <a:ext cx="53035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5个核心函数全加batch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→ gitlab.youtune.tech/cychi/cyc_nativehook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000000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3886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PAUSED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63640" y="4160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▸ "4T eBPF异常快"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4617720"/>
            <a:ext cx="53035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本轮聚焦producer端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A4A6A"/>
                </a:solidFill>
              </a:rPr>
              <a:t>eBPF线暂停，待后续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Writer/Ring Impact 拆解实验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Producer 端三项优化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逐级降低 per-record 共享路径开销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18872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88720"/>
            <a:ext cx="109728" cy="1554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371600" y="13258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Notify Outside Writer Mutex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554480" y="169164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eventfd 写入移出 writer 锁临界区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8T: 3.12s→2.85s    16T: 3.41s→2.98s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减少持锁时间，多线程有效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97180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971800"/>
            <a:ext cx="109728" cy="1554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371600" y="3108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Record Fill Outside Writer Mutex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record 元数据填充移出锁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缩短临界区 = 减少竞争窗口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475488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4754880"/>
            <a:ext cx="109728" cy="15544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★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371600" y="4892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Stage 6  Batch  Publish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554480" y="52578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per-thread buffer → 一次拿锁批量写 → 一次 atomic publish → 一次 notify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1T: 1.55s→1.22s    8T: 3.12s→1.28s    16T: 3.41s→1.34s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env gate: LNHV1_STAGE6_BATCH_SIZE = &lt;1..64&gt;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Batch Publish — Pink 验证数据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100万次固定负载  ·  Stage 6 full notify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8"/>
                </a:solidFill>
              </a:rPr>
              <a:t>1 Thread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00400" y="1920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8"/>
                </a:solidFill>
              </a:rPr>
              <a:t>4 Threads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126480" y="1920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8"/>
                </a:solidFill>
              </a:rPr>
              <a:t>8 Threads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052560" y="1920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8"/>
                </a:solidFill>
              </a:rPr>
              <a:t>16 Threads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StackWriter 模块级瓶颈定位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Prototype  ↔  OpenHarmony  架构对齐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热路径模块映射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  <a:gridCol w="3840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热路径操作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Prototype (Plan B)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OpenHarmony (hook_client.cpp)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malloc / filter / sample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hook_writer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hook_malloc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re-entry guard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HookReentryGuard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__set_hook_flag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StackRawData fill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simplified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rawdata.{pid, tid, size, addr, ts}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AddressHandler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address_handler.h  [NEW]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AddAllocAddr()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StackWriter write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stack_writer.cpp  [NEW]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WriteWithPayloadTimeout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StackWriter flush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Flush / FlushEventFd  [NEW]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Flush → EventNotifier::Post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OpenHarmony Fork — 优化移植状态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gitlab.youtune.tech/cychi/cyc_nativehook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经验教训 &amp; 三步预检方法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53035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B2777"/>
                </a:solidFill>
              </a:rPr>
              <a:t>失败的优化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三步预检法  [AGENTS.md]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</a:rPr>
              <a:t>Next Steps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Producer 端继续拆解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03120" y="1965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真实代码验证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10312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eBPF 线（如需继续）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103120" y="5349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6A"/>
                </a:solidFill>
              </a:rPr>
              <a:t>上次遗留: 4T 异常快 → 更高线程数重复实验确认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2026-06-02T08:00:41Z</dcterms:created>
  <dcterms:modified xsi:type="dcterms:W3CDTF">2026-06-02T08:00:41Z</dcterms:modified>
</cp:coreProperties>
</file>