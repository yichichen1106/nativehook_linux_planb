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进程ID、线程ID、时间戳、类型、大小、地址 + 线程名更新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这些字段不碰共享状态——进程/线程ID缓存于线程本地，时间戳直接系统调用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缩短临界区 → 减少其他线程等锁时间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批量发布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线程本地缓冲区 (固定大小数组 + 计数器)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每条记录先进入缓冲区; 攒满批次大小 → 触发批量排空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排空时: 拿一次锁 → 批量写共享内存 → 一次原子更新索引 → 一次事件通知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线程退出时析构函数自动排空残留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env gate: LNHV1_STAGE6_BATCH_SIZE=1~64（默认0=关闭）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效果: 1T 1.55s→1.22s    8T 3.12s→1.28s    16T 3.41s→1.34s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2026-06-03T04:08:29Z</dcterms:created>
  <dcterms:modified xsi:type="dcterms:W3CDTF">2026-06-03T04:08:29Z</dcterms:modified>
</cp:coreProperties>
</file>