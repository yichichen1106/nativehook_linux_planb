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2E"/>
                </a:solidFill>
              </a:rPr>
              <a:t>native_hook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563EB"/>
                </a:solidFill>
              </a:rPr>
              <a:t>Producer Hot Path 优化进展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3383280"/>
            <a:ext cx="3931920" cy="381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A8"/>
                </a:solidFill>
              </a:rPr>
              <a:t>2026.06.05  组会汇报  ·  陈一驰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上次组会反馈闭环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四个问题，逐一回应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5577840" cy="381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▸ "4T比1T多1.8s"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ring共享状态竞争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→ batch解决后 4T: 2.72s → 0.86s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88720"/>
            <a:ext cx="5577840" cy="381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6276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▸ "跑一下perf"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10312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ablation替代perf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→ sub-stage 34/35 拆到模块内部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94760"/>
            <a:ext cx="5577840" cy="381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▸ "fork Gitee→GitLab"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5个核心函数全加batch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→ gitlab.youtune.tech/cychi/cyc_nativehook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79476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794760"/>
            <a:ext cx="5577840" cy="381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423367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▸ "4T eBPF异常快"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470916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高线程验证: 8T eBPF=1.71s vs LD=4.27s (2.5x)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16T eBPF=1.47s vs LD=4.39s (3.0x)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4A4A6A"/>
                </a:solidFill>
              </a:rPr>
              <a:t>eBPF per-CPU ringbuf 无共享竞争 → 详见 Slide 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写入器/环形缓冲区 逐段拆解实验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sub-stage 28~33 逐段测量，固定100万次malloc/free pair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521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Sub-stage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测量内容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4T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8T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16T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28 no_ring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基线（无ring操作）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29 mutex_only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仅拿锁 + tracking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0.28s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0.62s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0.85s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1.12s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30 ring_index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+ ring index检查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0.45s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1.35s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1.92s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2.48s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31 record_copy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+ 记录拷贝到共享内存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0.68s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2.10s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2.85s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3.52s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32 atomic_pub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+ atomic write_index发布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0.75s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2.35s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3.10s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3.80s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33 full_notify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+ eventfd + consumer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1.24s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2.72s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3.12s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3.41s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80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多线程额外开销主要来自 ring index/copy 和 atomic publish——共享状态竞争逐步放大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notify/consumer 交互在 8T/16T 下显著抬头，是第二大开销源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生产者端 两项优化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缩短 per-record 共享路径开销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1612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109728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记录填充移出写入锁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92024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移出锁的操作: 进程/线程ID、时间戳、类型、大小、地址 + 线程名更新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这些字段不碰共享状态 — 进程/线程ID本地缓存，时间戳直接系统调用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原来: 拿锁 → 填充字段 → 写共享内存 → 通知 → 放锁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优化后: 填充字段 → 拿锁 → 写共享内存 → 通知 → 放锁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4T: 3.51→2.72s (22.5%)    8T: 3.64→3.12s (14.3%)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核心收益: 缩短临界区 → 减少等锁时间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11612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749040"/>
            <a:ext cx="109728" cy="2743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716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批量发布 (Batch Publish)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3891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线程本地缓冲区 (固定数组 + 计数器)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记录先进缓冲区; 攒满批次大小 → 触发批量排空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排空: 一次拿锁 → 批量写 → 一次原子发布索引 → 一次事件通知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线程退出时析构函数自动排空残留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控制: LNHV1_STAGE6_BATCH_SIZE=1~64（默认0=关闭）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效果: 1T 1.55→1.22s    8T 3.12→1.28s    16T 3.41→1.34s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批量发布 — 工作原理 (Batch Publish)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逐记录  vs  逐批次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逐记录模式（优化前）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0" y="16459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554480" y="160020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6002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lock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94560" y="16459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16002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write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16459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16002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600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notify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8720" y="23317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54480" y="228600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2286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lock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23317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60320" y="22860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286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write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83280" y="23317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49040" y="22860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286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notify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971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88720" y="30175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554480" y="297180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29718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lock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94560" y="30175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60320" y="29718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971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write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383280" y="3017520"/>
            <a:ext cx="3657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49040" y="29718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D0D8E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971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6A"/>
                </a:solidFill>
              </a:rPr>
              <a:t>notify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379476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0F0F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6A"/>
                </a:solidFill>
              </a:rPr>
              <a:t>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206240"/>
            <a:ext cx="4297680" cy="32004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206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6A"/>
                </a:solidFill>
              </a:rPr>
              <a:t>record → 每条记录走一遍拿锁、写共享内存、通知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逐批次模式（batch=64 优化后）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83680" y="16002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16002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83680" y="22860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83680" y="297180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2971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583680" y="379476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0F0F8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6A"/>
                </a:solidFill>
              </a:rPr>
              <a:t>...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0" y="3931920"/>
            <a:ext cx="914400" cy="411480"/>
          </a:xfrm>
          <a:prstGeom prst="roundRect">
            <a:avLst>
              <a:gd name="adj" fmla="val 8889"/>
            </a:avLst>
          </a:prstGeom>
          <a:solidFill>
            <a:srgbClr val="059669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39319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record 64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72400" y="1737360"/>
            <a:ext cx="1463040" cy="283464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777240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buffer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64 records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77240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6A"/>
                </a:solidFill>
              </a:rPr>
              <a:t>count++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77240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满 64 → flush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72400" y="3840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6A"/>
                </a:solidFill>
              </a:rPr>
              <a:t>析构 → flush 残留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98080" y="1801368"/>
            <a:ext cx="274320" cy="393192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498080" y="2487168"/>
            <a:ext cx="274320" cy="164592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498080" y="3172968"/>
            <a:ext cx="274320" cy="-64008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235440" y="2148840"/>
            <a:ext cx="27432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9509760" y="19202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0976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lock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1次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332720" y="2057400"/>
            <a:ext cx="27432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607040" y="19202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07040" y="1920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write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64条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521440" y="1965960"/>
            <a:ext cx="13716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235440" y="3246120"/>
            <a:ext cx="27432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09760" y="301752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0976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publish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1次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0607040" y="3154680"/>
            <a:ext cx="274320" cy="0"/>
          </a:xfrm>
          <a:prstGeom prst="line">
            <a:avLst/>
          </a:prstGeom>
          <a:noFill/>
          <a:ln w="15240">
            <a:solidFill>
              <a:srgbClr val="4A4A6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0881360" y="301752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88136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notify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</a:rPr>
              <a:t>1次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74320" y="5669280"/>
            <a:ext cx="11521440" cy="59436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6350">
            <a:solidFill>
              <a:srgbClr val="E0E4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6692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即：100万次锁操作 → 1.5万次锁操作    100万次原子索引发布 → 1.5万次    ~5万次事件通知 → ~780次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批量发布 — 服务器验证数据 (Batch Publish)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100万次固定负载  ·  Stage 6 full notify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</a:rPr>
              <a:t>1 Thread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68.4%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</a:rPr>
              <a:t>4 Threads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59.1%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</a:rPr>
              <a:t>8 Threads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52560" y="1234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60.7%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0525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8"/>
                </a:solidFill>
              </a:rPr>
              <a:t>16 Threads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115214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80360"/>
                <a:gridCol w="2880360"/>
                <a:gridCol w="2880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Threads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No Batch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Batch = 64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提升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1.545s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1.217s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↓ 21.2%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2.718s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0.859s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↓ 68.4%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3.121s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1.278s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↓ 59.1%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3.408s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1.340s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↓ 60.7%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Batch-size sweep (8T): 4→1.83s  8→1.58s  16→1.44s  32→1.36s  64→1.26s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Default-off 确认: env未设时 8T=3.39s, 16T=3.36s（行为不变）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eBPF 高线程验证 — 反超 LD_PRELOAD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per-CPU ringbuf 无共享竞争，高线程下优势显著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52144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Threads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Run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eBPF uprobe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LD_PRELOAD optimized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eBPF 快多少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1.76s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4.19s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2.4x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1.67s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4.27s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2.6x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1.71s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4.34s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2.5x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1.47s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4.38s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3.0x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1.47s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4.39s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3.0x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1.48s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4.40s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3.0x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6A"/>
                </a:solidFill>
              </a:rPr>
              <a:t>上次组会: 4T eBPF 比 LD_PRELOAD 慢 0.18s，结论是"不适合替代"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6A"/>
                </a:solidFill>
              </a:rPr>
              <a:t>新增 8T/16T 实验 (三次重复): eBPF 全面反超，16T 下快 3 倍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6A"/>
                </a:solidFill>
              </a:rPr>
              <a:t>原因: eBPF per-CPU ringbuf 无共享锁竞争，而 LD_PRELOAD batch 仍有 per-batch 锁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4A6A"/>
                </a:solidFill>
              </a:rPr>
              <a:t>结论: 低线程 LD_PRELOAD 更好，高线程 eBPF 天花板更高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栈写入器 模块级瓶颈定位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sub-stage 34/35  ·  ring write 内锁 vs eventfd 开销分离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521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Sub-stage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测量内容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4T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8T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16T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34 write_only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ring write + inner mutex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8.60s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20.94s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27.40s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32.25s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35 flush_only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write + eventfd 通知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9.15s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19.60s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23.94s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31.97s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33 + batch64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批处理后完整链路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1.24s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1.26s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1.37s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RING WRITE 内锁占比 ~97%（8.60s vs 9.15s）— eventfd 仅 ~3%，内锁是明确主瓶颈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per-record 锁竞争随线程恶化：8T write 比 1T 慢 3.2 倍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BATCH64 消除 per-record 锁: 1T 9.15s→1.24s (7.4x)   8T 23.94s→1.26s (19x)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对标真实代码: ShareMemoryBlock::PutWithPayloadTimeout / EventNotifier::Post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原型  ↔  OpenHarmony  架构对齐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已对齐的模块 vs 仍存在的差异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 已对齐的模块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操作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原型 (Plan B)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真实代码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malloc入口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hook_writer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hook_malloc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重入保护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HookReentryGuard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__set_hook_flag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地址追踪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address_handler.h  [新增]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AddAllocAddr()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写共享内存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stack_writer.cpp  [新增]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WriteWithPayloadTimeout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通知消费者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stack_writer::Flush  [新增]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Flush→EventNotifier::Post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9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989320" y="1097280"/>
            <a:ext cx="5943600" cy="5029200"/>
          </a:xfrm>
          <a:prstGeom prst="roundRect">
            <a:avLst>
              <a:gd name="adj" fmla="val 1818"/>
            </a:avLst>
          </a:prstGeom>
          <a:solidFill>
            <a:srgbClr val="FDF2F8"/>
          </a:solidFill>
          <a:ln w="15240">
            <a:solidFill>
              <a:srgbClr val="DB27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777"/>
                </a:solidFill>
              </a:rPr>
              <a:t>✗ 仍存在的差异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FpUnwind 栈回溯: aarch64 专用指令，原型跑 x86 无法实现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StackRawData 格式: 原型简化版字段 vs 真实代码含 ip[] 数组 + jsChainId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record 大小计算: 原型固定 sizeof(HookRecord)，真实代码根据 fpunwind 模式动态计算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构建系统: 原型用 CMake，真实代码用 GN + OpenHarmony SDK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共享内存层: 原型直接操作 ring，真实代码多一层 ShareMemoryBlock 封装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consumer 交互: 原型简单 eventfd，真实代码多了一层 EventNotifier + 心跳检测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编译验证: 原型可本地编译测试，真实代码待 OH SDK 环境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OpenHarmony Fork — 优化移植状态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gitlab.youtune.tech/cychi/cyc_nativehook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5214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80360"/>
                <a:gridCol w="2880360"/>
                <a:gridCol w="2880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函数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调用场景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record-fill-before-lock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</a:rPr>
                        <a:t>batch publish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hook_malloc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主分配路径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hook_calloc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C++ new 底层调用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hook_realloc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vector 扩容（free+alloc）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hook_aligned_alloc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对齐分配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hook_free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释放路径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6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待 OpenHarmony 编译环境到位后可 benchmark 验证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未移植: PID/TID cache（已有）、tracking fallback（架构不同）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经验教训 &amp; 三步预检方法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5669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8"/>
                </a:solidFill>
              </a:rPr>
              <a:t>两个无效优化如何发生，以及后续怎么避免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DF2F8"/>
          </a:solidFill>
          <a:ln w="1524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2777"/>
                </a:solidFill>
              </a:rPr>
              <a:t>失败的优化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PID/TID cache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真实代码已有 pthread_getspecific + atomic load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优化方向正确，但冗余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tracking fallback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free 记录直接发给 daemon 做匹配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producer 端不维护查表路径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优化了一个原型里才存在的瓶颈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234440"/>
            <a:ext cx="5989320" cy="411480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三步预检法  [AGENTS.md]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①  画映射表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原型每个模块 ↔ 真实代码 函数+行号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②  结构对齐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原型补缺失模块，数据精确对标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③  三问预检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Q1: 改哪个原型模块？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Q2: 对应哪个真实函数？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Q3: 真实代码走不走这条路径？</a:t>
            </a:r>
            <a:endParaRPr lang="en-US" sz="1100" dirty="0"/>
          </a:p>
          <a:p>
            <a:pPr marL="342900" indent="-3429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6A"/>
                </a:solidFill>
              </a:rPr>
              <a:t>    → 答不上来，不动手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E0E4E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后续计划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109728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Producer 端继续拆解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consumer 侧 profiling，完善 sub-stage 36 完整链测量数据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063240"/>
            <a:ext cx="109728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10312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真实代码验证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等待 OpenHarmony 编译环境 → GitLab fork benchmark → 合 master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75488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754880"/>
            <a:ext cx="109728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892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10312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eBPF 高线程验证结论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8T/16T 已确认：eBPF per-CPU ringbuf 反超 LD_PRELOAD 2.5~3x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6A"/>
                </a:solidFill>
              </a:rPr>
              <a:t>如需进一步：评估 producer 端 eBPF 替代方案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native_hook Producer Hot Path Progress</dc:title>
  <dc:subject>PptxGenJS Presentation</dc:subject>
  <dc:creator>陈一驰</dc:creator>
  <cp:lastModifiedBy>陈一驰</cp:lastModifiedBy>
  <cp:revision>1</cp:revision>
  <dcterms:created xsi:type="dcterms:W3CDTF">2026-06-03T06:26:37Z</dcterms:created>
  <dcterms:modified xsi:type="dcterms:W3CDTF">2026-06-03T06:26:37Z</dcterms:modified>
</cp:coreProperties>
</file>