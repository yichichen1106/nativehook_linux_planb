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60320" y="1426464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14264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1426464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14264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49440" y="1426464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0" y="14264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560320" y="275234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2560320" y="27523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46320" y="275234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27523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949440" y="275234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6949440" y="27523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2026-06-09T07:44:38Z</dcterms:created>
  <dcterms:modified xsi:type="dcterms:W3CDTF">2026-06-09T07:44:38Z</dcterms:modified>
</cp:coreProperties>
</file>