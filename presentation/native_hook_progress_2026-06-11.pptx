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上次组会遗留问题闭环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9202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19202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热点定位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286000" y="19202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ring 共享状态竞争 → 批量发布解决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834640"/>
            <a:ext cx="411480" cy="411480"/>
          </a:xfrm>
          <a:prstGeom prst="rect">
            <a:avLst>
              <a:gd name="adj" fmla="val 48889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8346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83464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</a:rPr>
              <a:t>代码移植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286000" y="283464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Gitee fork 到公司 GitLab 并完成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子阶段 34/35 旧数据作废重采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修复：去掉外层多余的 Lock/Unlock，Write() 内部已有锁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子阶段 28-33 不受影响（HookWriter 锁）· 34/35 数据已修复重采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层三层拆解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热路径最后一段：环形写入 → eventfd 通知 → consumer drain · 固定 100 万次迭代 · 修复后重采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三个改动点 · 集中在 StackWriter 层 · 不影响上层 hook 函数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2344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</a:rPr>
              <a:t>当前：地址分片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240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6888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6888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 % N → Block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4612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2628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754880" y="1554480"/>
            <a:ext cx="1645920" cy="457200"/>
          </a:xfrm>
          <a:prstGeom prst="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0" y="15544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内部全局锁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4068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8"/>
          <p:cNvSpPr/>
          <p:nvPr/>
        </p:nvSpPr>
        <p:spPr>
          <a:xfrm>
            <a:off x="544068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629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858000" y="1554480"/>
            <a:ext cx="1828800" cy="457200"/>
          </a:xfrm>
          <a:prstGeom prst="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counter → Post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635240" y="1353312"/>
            <a:ext cx="256032" cy="256032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5" name="Text 23"/>
          <p:cNvSpPr/>
          <p:nvPr/>
        </p:nvSpPr>
        <p:spPr>
          <a:xfrm>
            <a:off x="7635240" y="135331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915400" y="15544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144000" y="155448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0" y="155448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单个环形区遍历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669280" y="2194560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563EB"/>
                </a:solidFill>
              </a:rPr>
              <a:t>↓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</a:rPr>
              <a:t>改为：线程分片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hook_malloc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FpUnwind + fill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2240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46888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6888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SendStackWithPayload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 % N → Block[shard]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24612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37" name="Text 35"/>
          <p:cNvSpPr/>
          <p:nvPr/>
        </p:nvSpPr>
        <p:spPr>
          <a:xfrm>
            <a:off x="324612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52628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4754880" y="2880360"/>
            <a:ext cx="164592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28803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ShareMemoryBlock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shard 内无锁写入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4068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2" name="Text 40"/>
          <p:cNvSpPr/>
          <p:nvPr/>
        </p:nvSpPr>
        <p:spPr>
          <a:xfrm>
            <a:off x="544068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629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6858000" y="2880360"/>
            <a:ext cx="182880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5800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PrepareFlush / Flush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per-shard counter → Post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7635240" y="2679192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47" name="Text 45"/>
          <p:cNvSpPr/>
          <p:nvPr/>
        </p:nvSpPr>
        <p:spPr>
          <a:xfrm>
            <a:off x="7635240" y="267919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8915400" y="288036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→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9144000" y="2880360"/>
            <a:ext cx="2011680" cy="457200"/>
          </a:xfrm>
          <a:prstGeom prst="rect">
            <a:avLst>
              <a:gd name="adj" fmla="val 10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0" y="288036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轮询所有分片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640080" y="380390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380390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5156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hook_client.cpp:628 — addr % N → tid % N + thread_local 缓存 TID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40080" y="421538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42153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51560" y="41605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stack_writer.cpp:89 — PutWithPayloadTimeout 新增 shard_idx 参数，内部无锁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40080" y="4626864"/>
            <a:ext cx="256032" cy="256032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8" name="Text 56"/>
          <p:cNvSpPr/>
          <p:nvPr/>
        </p:nvSpPr>
        <p:spPr>
          <a:xfrm>
            <a:off x="640080" y="46268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stack_writer.cpp:94 — PrepareFlush/Flush 每 shard 独立计数，汇总 Post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02920" y="539496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61" name="Text 59"/>
          <p:cNvSpPr/>
          <p:nvPr/>
        </p:nvSpPr>
        <p:spPr>
          <a:xfrm>
            <a:off x="502920" y="53949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改动集中在 StackWriter 层 · 不影响 hook_malloc/hook_free · num_shards=0 时向后兼容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Shard + Batch 组合优化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回归显示 batch64 16T=0.587s 仍优于 sharded 0.727s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两者组合（batch 减开销 + shard 消锁）可能进一步突破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Shard 数量 Sweep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当前固定 16 片，sweep 4/8/16/32/64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找到不同线程数下的最佳分片数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代码合入 + 文档整理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实验代码已验证，合入 main 分支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清理实验分支，更新工作记录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2026-06-09T08:45:47Z</dcterms:created>
  <dcterms:modified xsi:type="dcterms:W3CDTF">2026-06-09T08:45:47Z</dcterms:modified>
</cp:coreProperties>
</file>