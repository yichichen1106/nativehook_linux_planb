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 Sharded Ring 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Sub-stage 36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上次四个问题全部闭环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热点定位 → batch publish 解决；perf 分析 → ablation sub-stage 替代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Gitee fork 到公司 GitLab（yt_nativehook + cyc_nativehook）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高线程数据补充：8T/16T 下 eBPF 反超 2.5~3x</a:t>
            </a:r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Sub-stage 36 死锁修复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根因：stack_writer_.Lock() + Write() 内部 pthread_mutex_lock 同一非递归 mutex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修复：删除外层 Lock/Unlock，commit e19571b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旧数据作废：double-lock UB 导致 31x 性能退化（8.60s → 0.28s）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StackWriter 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固定 100 万次 mixed3 迭代，per-record 模式，修复后重采集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sub-stage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含义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 write_only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write + inner_mutex_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35 flush_only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 eventfd 通知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36 full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 consumer drain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320040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02920" y="32918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0.28s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502920" y="3886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sub=34 · 1T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" y="409651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ring write 内锁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108960" y="320040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108960" y="32918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0.54s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3108960" y="3886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sub=35-34 delta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108960" y="409651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eventfd syscall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715000" y="320040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5715000" y="32918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0.03s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5715000" y="3886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sub=36-35 delta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715000" y="409651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consumer drain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321040" y="320040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8321040" y="32918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2.6×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8321040" y="3886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sub=34 16T/1T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21040" y="409651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16T 竞争退化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结果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根因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per-thread buffer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batch write 4~64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全在噪声范围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无效果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inner_mutex_ 临界区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仅 ~25ns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LNHV1_LOCK_DELAY_NS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临界区注入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busy-wait 0→1000ns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16T/1T 始终 ~3x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无恶化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锁持有时间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LNHV1_LOCK_FREE_RING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替代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pthread_mutex_t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+32%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8T+: 无效果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retry 的 cache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line bouncing = mutex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5029200"/>
            <a:ext cx="41148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502920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Profiling + Flush Threshold Sweep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1M mixed3 iters, libbpf_ring_output mode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T=1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T=4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T=8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T=16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(优化后)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0.40s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1.47s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1.43s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libbpf_ring_output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4.28s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胜者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 10.8×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平手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1.6×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1.8×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" y="320040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旧 8T: LD 3.12s vs eBPF 1.71s（1.8×）→ 新: 1.47s vs 0.92s（1.6×），差距缩小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低线程 LD_PRELOAD 碾压（1T: 10.8×）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高线程 eBPF per-CPU ringbuf 无锁优势仍在，但幅度减小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Sharded Ring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TID-based per-CPU 分片，完全无锁写入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32588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0.727s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02920" y="2011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sub=36 · vs mutex -30%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22199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Sharded 16T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08960" y="132588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108960" y="14173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0.319s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108960" y="2011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sub=36 · vs mutex -39%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108960" y="222199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Sharded 4T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715000" y="132588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715000" y="14173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反超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715000" y="2011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0.727s &lt; 0.779s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715000" y="222199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vs eBPF 16T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321040" y="132588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21040" y="14173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0.587s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8321040" y="2011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batch64 仍最优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21040" y="222199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vs batch64 16T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92608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sub=36 对比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mutex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Sharded (16片)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16T 耗时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1.014s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vs mutex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↓ 30%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↓ 25%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耗时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0.555s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0.345s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vs mutex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↓ 39%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502920" y="5486400"/>
            <a:ext cx="73152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26" name="Text 23"/>
          <p:cNvSpPr/>
          <p:nvPr/>
        </p:nvSpPr>
        <p:spPr>
          <a:xfrm>
            <a:off x="502920" y="54864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 per-CPU 无锁 —— 不需要引入 eBPF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FpUnwind 栈回溯 (aarch64)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不能做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部署方式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(已有)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需 root + BPF 权限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结论：不需要引入 eBPF。Sharded ring 在保留全部功能的前提下，性能和部署都优于 eBPF。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已在 cyc_nativehook / yt_nativehook 上用 SHARDED_RING: 标注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位置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当前实现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改为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hook_client.cpp:628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SendStackWithPayload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(地址分片)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(TID 分片) + thread_local 缓存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stack_writer.cpp:89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PutWithPayloadTimeout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单 ring 写入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内部 mutex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新增 shard_idx 参数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ShareMemoryBlock 按 shard 无锁写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stack_writer.cpp:94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PrepareFlush / Flush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全局 dataCount_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global flushCount_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每 shard 独立计数器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汇总后 Post 一次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改动集中在 StackWriter 层，不影响上层 hook_malloc/hook_free 等函数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兼容性：num_shards=0 时保持现有行为，向后兼容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等待 OH SDK 环境到位后编译验证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 FpUnwind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零依赖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无需 root/BPF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真实代码编译验证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OH SDK 环境到位后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在 cyc_nativehook 上编译验证 sharded ring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团队 Review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基于 SHARDED_RING: 标注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在 yt_nativehook 上提交 MR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性能验证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编译通过后在真实设备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跑 benchmark 对比原型数据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Progress — 2026.06.11</dc:title>
  <dc:subject>PptxGenJS Presentation</dc:subject>
  <dc:creator>陈一驰</dc:creator>
  <cp:lastModifiedBy>陈一驰</cp:lastModifiedBy>
  <cp:revision>1</cp:revision>
  <dcterms:created xsi:type="dcterms:W3CDTF">2026-06-09T01:46:56Z</dcterms:created>
  <dcterms:modified xsi:type="dcterms:W3CDTF">2026-06-09T01:46:56Z</dcterms:modified>
</cp:coreProperties>
</file>