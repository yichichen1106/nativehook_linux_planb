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perf 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用逐层拆解替代，粒度更细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5478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35478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采集的数据无意义 → 全部作废重采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修复：删除外层 Lock/Unlock，Write() 自行管理锁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修复后全部 ablation 数据在 pink 重新采集 · 旧数据不再使用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2026-06-09T06:33:53Z</dcterms:created>
  <dcterms:modified xsi:type="dcterms:W3CDTF">2026-06-09T06:33:53Z</dcterms:modified>
</cp:coreProperties>
</file>