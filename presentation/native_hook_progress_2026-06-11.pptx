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上次组会遗留问题闭环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19202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热点定位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19202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ring 共享状态竞争 → 批量发布解决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834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8346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代码移植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8346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Gitee fork 到公司 GitLab 并完成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三个改动点 · 集中在 StackWriter 层 · 不影响上层 hook 函数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当前：地址分片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 % N → Block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内部全局锁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544068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29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counter → Post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63524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15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0" y="155448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单个环形区遍历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0" y="21945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改为：线程分片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 % N → Block[shard]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324612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26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 内无锁写入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4068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544068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29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per-shard counter → Post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763524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15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0" y="288036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轮询所有分片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380390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hook_client.cpp:628 — addr % N → tid % N + thread_local 缓存 TID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421538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42153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515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stack_writer.cpp:89 — PutWithPayloadTimeout 新增 shard_idx 参数，内部无锁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" y="462686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6268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stack_writer.cpp:94 — PrepareFlush/Flush 每 shard 独立计数，汇总 Post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39496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5394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改动集中在 StackWriter 层 · 不影响 hook_malloc/hook_free · num_shards=0 时向后兼容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2026-06-09T08:39:13Z</dcterms:created>
  <dcterms:modified xsi:type="dcterms:W3CDTF">2026-06-09T08:39:13Z</dcterms:modified>
</cp:coreProperties>
</file>