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11827"/>
                </a:solidFill>
              </a:rPr>
              <a:t>native_hook Producer 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111827"/>
                </a:solidFill>
              </a:rPr>
              <a:t>优化进展与 Sharded Ring 提案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陈一驰  2026.06.11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上次反馈闭环 + Sub-stage 36 死锁修复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上次四个问题全部闭环：热点定位→ batch publish 解决；perf → ablation 替代；fork 完成；eBPF 高线程数据补充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新发现：sub-stage 36 死锁 — StackWriter 外部 Lock() + Write() 内部 pthread_mutex_lock 同一非递归 mutex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修复：删除外层 Lock/Unlock，Write() 自行管理锁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副作用：旧 sub=34/35 数据在 double-lock UB 下采集，31x 性能退化，全部作废并重新采集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03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StackWriter 三层拆解（修复后数据）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sub-stage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含义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16T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 write_only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ring write + inner_mutex_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0.28s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0.35s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0.59s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0.73s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 flush_only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 + eventfd 通知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0.82s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0.71s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0.76s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0.81s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36 full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35 + consumer drain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0.84s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0.79s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0.85s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0.88s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9260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1T 逐层拆解：ring write 0.28s → +eventfd 0.54s → +consumer 0.03s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Eventfd syscall 是最大单一开销（65%），consumer drain 几乎免费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Inner_mutex_ 临界区极小（~25ns），16T 竞争退化仅 2.6x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04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三项否定实验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实验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方法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结果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结论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StackWriter batch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per-thread buffer, batch write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batch 4~64 全在噪声内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内锁临界区太小(&lt;25ns)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锁延迟模拟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注入 busy-wait 到临界区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delay 0→1000ns, 16T/1T 始终~3x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临界区长度不是瓶颈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CAS 锁替换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CAS 替代 mutex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4T 改善 32%, 8T+ 无效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cache line bouncing = mutex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29184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共同指向：锁本身不是问题，共享状态才是。需要消除共享状态，不是换锁。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05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Consumer Profiling + Flush Threshold Sweep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阶段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耗时/wakeup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占比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eventfd read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3961ns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ring drain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423ns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7%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printf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1610ns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27%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8T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16T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 (per-record)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1.058s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0.966s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1.125s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1.093s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 (OH 默认)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0.318s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0.929s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0.941s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1.033s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0.282s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0.426s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0.982s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1.046s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0.244s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0.451s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0.957s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0.975s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02920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Consumer drain ~免费（423ns 处理 ~20 条）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OH FLUSH_FLAG=20 合理，提至 50 有 12% 空间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06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eBPF vs LD_PRELOAD 重对比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T=1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T=4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T=8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T=16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LD_PRELOAD (优化后)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0.40s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1.13s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1.47s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1.43s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eBPF libbpf_ring_output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4.28s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1.13s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0.92s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胜者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LD 10.8x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平手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eBPF 1.6x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eBPF 1.8x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9260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旧 8T: LD 3.12s vs eBPF 1.71s (1.8x) → 新: 1.47s vs 0.92s (1.6x)，差距缩小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低线程 LD 碾压，高线程 eBPF per-CPU ringbuf 无锁优势仍在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07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Sharded Ring — 突破性发现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sub=36 16T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mutex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Sharded (16片)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eBPF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耗时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1.038s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1.014s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0.727s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0.779s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vs mutex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30% 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25% 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sub=36 4T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mutex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Sharded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耗时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0.555s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0.345s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改善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38% ↓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420624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Sharded ring: TID-based per-CPU 分片，每个线程独立 write_index，完全无锁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16T 反超 eBPF（0.727s vs 0.779s），4T 改善 38%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LD_PRELOAD 也能做到 per-CPU 无锁，不需要 eBPF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08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架构对比：Sharded Ring vs eBPF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LD_PRELOAD + Sharded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eBPF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无锁 ring write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✅ TID-based shard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✅ per-CPU ringbuf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FpUnwind 栈回溯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✅ 完整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❌ 不能做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AddressHandler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✅ 完整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⚠️ BPF map 受限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部署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LD_PRELOAD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需 root + BPF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原型 16T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0.727s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0.779s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65760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不需要引入 eBPF。LD_PRELOAD + TID-based sharded ring 在保留全部功能的前提下，达到甚至超过 eBPF 的性能。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09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OH 代码改动提案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已在 cyc_nativehook 和 yt_nativehook 上用 SHARDED_RING: 标注改动点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改动 1: hook_client.cpp:628 — addr % N → tid % N，加 thread_local 缓存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改动 2: stack_writer.cpp:89 — PutWithPayloadTimeout 新增 shard_idx 参数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改动 3: stack_writer.cpp:94-107 — PrepareFlush/Flush 每 shard 独立计数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改动范围小，集中在 StackWriter 层，不影响上层 hook 函数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10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实验汇总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0"/>
                <a:gridCol w="5623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实验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结论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Sub-stage 36 死锁修复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旧数据作废，修复后 30-40x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34/35/36 三层拆解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eventfd 最大开销，consumer 免费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StackWriter batch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否定 — 内锁临界区太小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锁延迟模拟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否定 — 临界区长度不是瓶颈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CAS 锁替换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部分有效(4T)，8T+ 无效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Consumer profiling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drain ~免费，瓶颈是 eventfd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FT sweep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FLUSH_FLAG=20 合理，50 有 12% 空间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eBPF 重对比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高线程仍有优势，差距缩小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Sharded ring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突破：30-38% 改善，反超 eBPF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11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核心结论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</a:rPr>
              <a:t>Per-CPU 无锁写入是正确的优化方向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2563EB"/>
                </a:solidFill>
              </a:rPr>
              <a:t>LD_PRELOAD + TID-based sharded ring 是最优解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数据支撑：原型 16T 改善 30%，反超 eBPF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功能完整：保留 FpUnwind、AddressHandler，不受 eBPF 沙箱限制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部署简单：不引入新依赖，不需要 root，不需要内核 BPF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12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188720" y="182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</a:rPr>
              <a:t>后续计划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12188952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真实代码编译验证 — OH SDK 环境到位后，在 cyc_nativehook 上编译验证 sharded ring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团队 review — 基于标注的改动点，在 yt_nativehook 上提交 MR</a:t>
            </a:r>
            <a:endParaRPr lang="en-US" sz="1500" dirty="0"/>
          </a:p>
          <a:p>
            <a:pPr marL="342900" indent="-342900">
              <a:lnSpc>
                <a:spcPts val="2600"/>
              </a:lnSpc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性能验证 — 编译通过后在真实设备上跑 benchmark，对比原型数据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谢谢！请批评指正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 — 2026.06.11</dc:title>
  <dc:subject>PptxGenJS Presentation</dc:subject>
  <dc:creator>陈一驰</dc:creator>
  <cp:lastModifiedBy>陈一驰</cp:lastModifiedBy>
  <cp:revision>1</cp:revision>
  <dcterms:created xsi:type="dcterms:W3CDTF">2026-06-08T06:59:41Z</dcterms:created>
  <dcterms:modified xsi:type="dcterms:W3CDTF">2026-06-08T06:59:41Z</dcterms:modified>
</cp:coreProperties>
</file>