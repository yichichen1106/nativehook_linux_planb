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环形写入 + 内部锁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eventfd 系统调用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消费者消费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子阶段 34（纯写入）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</c:v>
                </c:pt>
                <c:pt idx="1">
                  <c:v>0.35</c:v>
                </c:pt>
                <c:pt idx="2">
                  <c:v>0.59</c:v>
                </c:pt>
                <c:pt idx="3">
                  <c:v>0.73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子阶段 35（+eventfd）</c:v>
                </c:pt>
              </c:strCache>
            </c:strRef>
          </c:tx>
          <c:spPr>
            <a:solidFill>
              <a:srgbClr val="D97706"/>
            </a:solidFill>
            <a:ln w="3175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0.82</c:v>
                </c:pt>
                <c:pt idx="1">
                  <c:v>0.71</c:v>
                </c:pt>
                <c:pt idx="2">
                  <c:v>0.76</c:v>
                </c:pt>
                <c:pt idx="3">
                  <c:v>0.81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子阶段 36（全链路）</c:v>
                </c:pt>
              </c:strCache>
            </c:strRef>
          </c:tx>
          <c:spPr>
            <a:solidFill>
              <a:srgbClr val="059669"/>
            </a:solidFill>
            <a:ln w="3175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0.84</c:v>
                </c:pt>
                <c:pt idx="1">
                  <c:v>0.79</c:v>
                </c:pt>
                <c:pt idx="2">
                  <c:v>0.85</c:v>
                </c:pt>
                <c:pt idx="3">
                  <c:v>0.88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LD_PRELOAD（优化后）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1.13</c:v>
                </c:pt>
                <c:pt idx="2">
                  <c:v>1.47</c:v>
                </c:pt>
                <c:pt idx="3">
                  <c:v>1.43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4.28</c:v>
                </c:pt>
                <c:pt idx="1">
                  <c:v>1.13</c:v>
                </c:pt>
                <c:pt idx="2">
                  <c:v>0.92</c:v>
                </c:pt>
                <c:pt idx="3">
                  <c:v>0.78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互斥锁（当前）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0.555</c:v>
                </c:pt>
                <c:pt idx="1">
                  <c:v>1.038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分片环形区（新方案）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0.345</c:v>
                </c:pt>
                <c:pt idx="1">
                  <c:v>0.727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1.13</c:v>
                </c:pt>
                <c:pt idx="1">
                  <c:v>0.779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native_hook Producer 端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3C5FD"/>
                </a:solidFill>
              </a:rPr>
              <a:t>优化进展与分片环形区提案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329184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组会汇报  ·  2026.06.11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上次反馈闭环 + 子阶段 36 死锁修复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上次四个问题全部闭环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热点定位 → 批量发布解决；perf 分析 → 逐层拆解替代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Gitee fork 到公司 GitLab 并完成移植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高线程数据补充：8T/16T 下 eBPF 反超 2.5~3x</a:t>
            </a:r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Sub-stage 36 死锁修复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根因：外层 Lock() + Write() 内部重复加锁同一非递归互斥锁 = 未定义行为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修复：删除外层 Lock/Unlock，commit e19571b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旧数据作废：double-lock UB 导致 31x 性能退化（8.60s → 0.28s）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热路径三层拆解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固定 100 万次迭代，逐条模式，修复后重新采集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53035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943600" y="1371600"/>
            <a:ext cx="57607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137160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环形写入仅 0.28s · 占总量 33%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0" y="2011680"/>
            <a:ext cx="5760720" cy="502920"/>
          </a:xfrm>
          <a:prstGeom prst="rect">
            <a:avLst>
              <a:gd name="adj" fmla="val 9091"/>
            </a:avLst>
          </a:prstGeom>
          <a:solidFill>
            <a:srgbClr val="FFFBEB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20116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7706"/>
                </a:solidFill>
              </a:rPr>
              <a:t>eventfd 系统调用 0.54s · 占总量 64%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0" y="2651760"/>
            <a:ext cx="5760720" cy="502920"/>
          </a:xfrm>
          <a:prstGeom prst="rect">
            <a:avLst>
              <a:gd name="adj" fmla="val 9091"/>
            </a:avLst>
          </a:prstGeom>
          <a:solidFill>
            <a:srgbClr val="ECFDF5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0" y="2651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</a:rPr>
              <a:t>消费者消费 0.03s · 基本免费</a:t>
            </a:r>
            <a:endParaRPr lang="en-US" sz="13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457200" y="3566160"/>
          <a:ext cx="112471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502920" y="644652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7" name="Text 13"/>
          <p:cNvSpPr/>
          <p:nvPr/>
        </p:nvSpPr>
        <p:spPr>
          <a:xfrm>
            <a:off x="502920" y="64465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eventfd 系统调用是最大单一开销（65%）· 消费者消费几乎免费 · 子阶段 35/36 线程扩展平坦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三项否定实验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均指向同一结论：共享状态是根因，换锁不够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580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批量发布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buffer + batch write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batch 4~64 全在噪声内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内部锁临界区仅 25ns，省无可省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9768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48056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锁延迟模拟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8056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临界区注入忙等 0→1000ns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16线/1线竞争比始终 ~3×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锁持有时间不是瓶颈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9244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9244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27532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原子操作替代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7532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CAS 替换互斥锁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6676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7" name="Text 25"/>
          <p:cNvSpPr/>
          <p:nvPr/>
        </p:nvSpPr>
        <p:spPr>
          <a:xfrm>
            <a:off x="845820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4线 +32%，8线以上无效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7532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重试时的缓存行抖动 = 互斥锁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5303520"/>
            <a:ext cx="5029200" cy="411480"/>
          </a:xfrm>
          <a:prstGeom prst="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53035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需要消除共享状态，而不是换一种锁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 Profiling + Flush Threshold Sweep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每次 wakeup 耗时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read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3961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drain（遍历 ~20 条）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423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printf 输出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1610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flush_threshold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(per-record)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1.058s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(OH FLUSH_FLAG)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0.941s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0.244s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0.975s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486400"/>
            <a:ext cx="82296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5486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drain 几乎免费 · OH FLUSH_FLAG=20 合理 · 提至 50 可省 12%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vs LD_PRELOAD 重对比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优化后 LD_PRELOAD 与 eBPF 环形输出模式，100 万次迭代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772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686800" y="1463040"/>
            <a:ext cx="30175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886968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1T: LD 碾压 10.8×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0" y="2194560"/>
            <a:ext cx="3017520" cy="50292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8869680" y="2194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4T: 平手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0" y="292608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8869680" y="29260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8T: eBPF 快 1.6×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0" y="36576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8869680" y="36576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16T: eBPF 快 1.8×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54864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" y="54864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旧 8T: LD 3.12s vs eBPF 1.71s（1.8×）→ 新: 1.47s vs 0.92s（1.6×）  差距缩小但趋势不变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分片环形区 — 突破性发现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基于线程 ID 的每核分片，完全无锁写入 · 子阶段 36 全链路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46304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39%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 线程改善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56032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2606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30%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16 线程改善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29600" y="365760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3703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0.727 &lt; 0.779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412480" y="4160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5852160"/>
            <a:ext cx="64008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5852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LD_PRELOAD 也能做到每核无锁写入 — 不需要引入 eBPF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架构对比：LD_PRELOAD + Sharded Ring vs eBPF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LD_PRELOAD + Sharded 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无锁 ring write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TID-based per-CPU shard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per-CPU ringbuf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FpUnwind 栈回溯 (aarch64)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完整支持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 不能做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AddressHandler 追踪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⚠ BPF map 受限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部署方式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LD_PRELOAD (已有)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需 root + BPF 权限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原型 16T sub=36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功能完整度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无损失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损失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结论：不需要引入 eBPF。Sharded ring 在保留全部功能的前提下，性能和部署都优于 eBPF。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的沙箱限制（不能调用户态函数、不能做栈回溯）让它无法完整替代 hook 热路径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而 sharded ring 直接在现有 LD_PRELOAD 架构上消除了共享锁竞争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 代码改动提案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已在 OH 仓库源码上用 SHARDED_RING: 标注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位置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当前实现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改为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hook_client.cpp:628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SendStackWithPayload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(地址分片)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(TID 分片) + thread_local 缓存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stack_writer.cpp:89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PutWithPayloadTimeout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单 ring 写入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内部 mutex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新增 shard_idx 参数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ShareMemoryBlock 按 shard 无锁写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stack_writer.cpp:94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PrepareFlush / Flush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全局 dataCount_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global flushCount_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每 shard 独立计数器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汇总后 Post 一次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改动集中在 StackWriter 层，不影响上层 hook_malloc/hook_free 等函数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兼容性：num_shards=0 时保持现有行为，向后兼容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等待 OH SDK 环境到位后编译验证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实验汇总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Sub-stage 36 死锁修复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旧数据作废，修复后 30-40× 更快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34/35/36 三层拆解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(65%) 最大开销，consumer 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 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内锁临界区太小，batch 无效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临界区长度不是瓶颈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有效，8T+ cache line bouncing 抵消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Consumer profiling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 423ns/~20rec，几乎免费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 sweep (1→200)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FLUSH_FLAG=20 合理，50 有 12% 空间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重对比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高线程仍有 1.6× 优势，差距缩小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Sharded 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-39%, 16T: -30%, 反超 eBPF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Per-CPU 无锁写入</a:t>
            </a:r>
            <a:endParaRPr lang="en-US" sz="3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是正确的优化方向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20040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</a:rPr>
              <a:t>LD_PRELOAD + TID-based Sharded Ring 是最优解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16T: -30%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保留 FpUnwind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零依赖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无需 root/BPF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真实代码编译验证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OH SDK 环境到位后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编译验证分片方案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" y="224028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0040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团队评审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基于 SHARDED_RING: 标注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在团队仓库提交合并请求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" y="379476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75488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性能验证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5074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编译通过后在真实设备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跑 benchmark 对比原型数据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谢谢！请批评指正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优化进展 — 2026.06.11</dc:title>
  <dc:subject>PptxGenJS Presentation</dc:subject>
  <dc:creator>陈一驰</dc:creator>
  <cp:lastModifiedBy>陈一驰</cp:lastModifiedBy>
  <cp:revision>1</cp:revision>
  <dcterms:created xsi:type="dcterms:W3CDTF">2026-06-09T05:59:26Z</dcterms:created>
  <dcterms:modified xsi:type="dcterms:W3CDTF">2026-06-09T05:59:26Z</dcterms:modified>
</cp:coreProperties>
</file>