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耗时分析（排除法）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栈回溯定位泄漏源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能检测泄漏，不能定位调用栈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结论：eBPF 无法完整替代 producer 端（无栈回溯）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注意事项：环形区分片后空间利用率降低（单分片写满即丢）· 线程数需匹配分片数 · consumer 多扫 N-1 个空分片（实测 423ns，可忽略）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保留栈回溯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轻量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仅改 StackWriter 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2026-06-10T07:23:31Z</dcterms:created>
  <dcterms:modified xsi:type="dcterms:W3CDTF">2026-06-10T07:23:31Z</dcterms:modified>
</cp:coreProperties>
</file>