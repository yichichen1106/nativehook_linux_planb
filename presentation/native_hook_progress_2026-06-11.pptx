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环形写入 + 内部锁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eventfd 系统调用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consumer drain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子阶段 34（纯写入）</c:v>
                </c:pt>
              </c:strCache>
            </c:strRef>
          </c:tx>
          <c:spPr>
            <a:solidFill>
              <a:srgbClr val="2563EB"/>
            </a:solidFill>
            <a:ln w="3175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0.28</c:v>
                </c:pt>
                <c:pt idx="1">
                  <c:v>0.35</c:v>
                </c:pt>
                <c:pt idx="2">
                  <c:v>0.59</c:v>
                </c:pt>
                <c:pt idx="3">
                  <c:v>0.73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子阶段 35（+eventfd）</c:v>
                </c:pt>
              </c:strCache>
            </c:strRef>
          </c:tx>
          <c:spPr>
            <a:solidFill>
              <a:srgbClr val="D97706"/>
            </a:solidFill>
            <a:ln w="3175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0.82</c:v>
                </c:pt>
                <c:pt idx="1">
                  <c:v>0.71</c:v>
                </c:pt>
                <c:pt idx="2">
                  <c:v>0.76</c:v>
                </c:pt>
                <c:pt idx="3">
                  <c:v>0.81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子阶段 36（全链路）</c:v>
                </c:pt>
              </c:strCache>
            </c:strRef>
          </c:tx>
          <c:spPr>
            <a:solidFill>
              <a:srgbClr val="059669"/>
            </a:solidFill>
            <a:ln w="3175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0.84</c:v>
                </c:pt>
                <c:pt idx="1">
                  <c:v>0.79</c:v>
                </c:pt>
                <c:pt idx="2">
                  <c:v>0.85</c:v>
                </c:pt>
                <c:pt idx="3">
                  <c:v>0.88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LD_PRELOAD（优化后）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1.13</c:v>
                </c:pt>
                <c:pt idx="2">
                  <c:v>1.47</c:v>
                </c:pt>
                <c:pt idx="3">
                  <c:v>1.43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4.28</c:v>
                </c:pt>
                <c:pt idx="1">
                  <c:v>1.13</c:v>
                </c:pt>
                <c:pt idx="2">
                  <c:v>0.92</c:v>
                </c:pt>
                <c:pt idx="3">
                  <c:v>0.78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互斥锁（当前）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0.555</c:v>
                </c:pt>
                <c:pt idx="1">
                  <c:v>1.038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分片环形区（新方案）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0.345</c:v>
                </c:pt>
                <c:pt idx="1">
                  <c:v>0.727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1.13</c:v>
                </c:pt>
                <c:pt idx="1">
                  <c:v>0.779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630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native_hook Producer 端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3C5FD"/>
                </a:solidFill>
              </a:rPr>
              <a:t>优化进展与分片环形区提案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0" y="329184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组会汇报  ·  2026.06.11  ·  陈一驰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上次反馈闭环 + 死锁修复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234440"/>
            <a:ext cx="5394960" cy="411480"/>
          </a:xfrm>
          <a:prstGeom prst="rect">
            <a:avLst>
              <a:gd name="adj" fmla="val 11111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2344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上次组会遗留问题闭环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411480" cy="411480"/>
          </a:xfrm>
          <a:prstGeom prst="rect">
            <a:avLst>
              <a:gd name="adj" fmla="val 48889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51560" y="19202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热点定位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286000" y="19202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ring 共享状态竞争 → 批量发布解决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834640"/>
            <a:ext cx="411480" cy="411480"/>
          </a:xfrm>
          <a:prstGeom prst="rect">
            <a:avLst>
              <a:gd name="adj" fmla="val 48889"/>
            </a:avLst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8346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8346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代码移植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286000" y="28346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Gitee fork 到公司 GitLab 并完成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7920" y="1234440"/>
            <a:ext cx="5486400" cy="411480"/>
          </a:xfrm>
          <a:prstGeom prst="rect">
            <a:avLst>
              <a:gd name="adj" fmla="val 11111"/>
            </a:avLst>
          </a:prstGeom>
          <a:solidFill>
            <a:srgbClr val="FEF2F2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子阶段 36 死锁修复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2626"/>
                </a:solidFill>
              </a:rPr>
              <a:t>修复前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0936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8.60s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30936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23544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ECFDF5"/>
          </a:solidFill>
          <a:ln/>
        </p:spPr>
      </p:sp>
      <p:sp>
        <p:nvSpPr>
          <p:cNvPr id="24" name="Text 22"/>
          <p:cNvSpPr/>
          <p:nvPr/>
        </p:nvSpPr>
        <p:spPr>
          <a:xfrm>
            <a:off x="932688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</a:rPr>
              <a:t>修复后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0.28s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932688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686800" y="210312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6217920" y="3337560"/>
            <a:ext cx="5486400" cy="1280160"/>
          </a:xfrm>
          <a:prstGeom prst="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4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00800" y="33832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根因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外层 Lock() + Write() 内部重复加锁同一非递归互斥锁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2626"/>
                </a:solidFill>
              </a:rPr>
              <a:t>→ POSIX 未定义行为 → 子阶段 34/35 旧数据作废重采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0" y="4251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修复：去掉外层多余的 Lock/Unlock，Write() 内部已有锁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50292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5029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子阶段 28-33 不受影响（HookWriter 锁）· 34/35 数据已修复重采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StackWriter 层三层拆解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热路径最后一段：环形写入 → eventfd 通知 → consumer drain · 固定 100 万次迭代 · 修复后重采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53035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943600" y="1371600"/>
            <a:ext cx="57607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6126480" y="137160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环形写入仅 0.28s · 占总量 33%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0" y="2011680"/>
            <a:ext cx="5760720" cy="502920"/>
          </a:xfrm>
          <a:prstGeom prst="rect">
            <a:avLst>
              <a:gd name="adj" fmla="val 9091"/>
            </a:avLst>
          </a:prstGeom>
          <a:solidFill>
            <a:srgbClr val="FFFBEB"/>
          </a:solidFill>
          <a:ln/>
        </p:spPr>
      </p:sp>
      <p:sp>
        <p:nvSpPr>
          <p:cNvPr id="12" name="Text 9"/>
          <p:cNvSpPr/>
          <p:nvPr/>
        </p:nvSpPr>
        <p:spPr>
          <a:xfrm>
            <a:off x="6126480" y="20116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7706"/>
                </a:solidFill>
              </a:rPr>
              <a:t>eventfd 系统调用 0.54s · 占总量 64%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0" y="2651760"/>
            <a:ext cx="5760720" cy="502920"/>
          </a:xfrm>
          <a:prstGeom prst="rect">
            <a:avLst>
              <a:gd name="adj" fmla="val 9091"/>
            </a:avLst>
          </a:prstGeom>
          <a:solidFill>
            <a:srgbClr val="ECFDF5"/>
          </a:solidFill>
          <a:ln/>
        </p:spPr>
      </p:sp>
      <p:sp>
        <p:nvSpPr>
          <p:cNvPr id="14" name="Text 11"/>
          <p:cNvSpPr/>
          <p:nvPr/>
        </p:nvSpPr>
        <p:spPr>
          <a:xfrm>
            <a:off x="6126480" y="2651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</a:rPr>
              <a:t>consumer drain 0.03s · 基本免费</a:t>
            </a:r>
            <a:endParaRPr lang="en-US" sz="13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457200" y="3566160"/>
          <a:ext cx="112471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502920" y="644652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7" name="Text 13"/>
          <p:cNvSpPr/>
          <p:nvPr/>
        </p:nvSpPr>
        <p:spPr>
          <a:xfrm>
            <a:off x="502920" y="64465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eventfd 系统调用是最大单一开销（65%）· consumer drain几乎免费 · 子阶段 35/36 线程扩展平坦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三项否定实验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均指向同一结论：共享状态是根因，换锁不够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580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批量发布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buffer + batch write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batch 4~64 全在噪声内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内部锁临界区仅 25ns，省无可省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29768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48056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锁延迟模拟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8056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临界区注入忙等 0→1000ns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16线/1线竞争比始终 ~3×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锁持有时间不是瓶颈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9244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9244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827532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原子操作替代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7532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CAS 替换互斥锁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6676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7" name="Text 25"/>
          <p:cNvSpPr/>
          <p:nvPr/>
        </p:nvSpPr>
        <p:spPr>
          <a:xfrm>
            <a:off x="845820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4线 +32%，8线以上无效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7532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重试时的缓存行抖动 = 互斥锁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5303520"/>
            <a:ext cx="5029200" cy="411480"/>
          </a:xfrm>
          <a:prstGeom prst="rect">
            <a:avLst>
              <a:gd name="adj" fmla="val 13333"/>
            </a:avLst>
          </a:prstGeom>
          <a:solidFill>
            <a:srgbClr val="FEF2F2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53035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需要消除共享状态，而不是换一种锁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Consumer 耗时分析（排除法）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3017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每次 wakeup 耗时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read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3961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66%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drain（遍历 ~20 条）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423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printf 输出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1610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004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flush_threshold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 (per-record)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1.058s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0.966s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1.125s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1.093s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 (OH FLUSH_FLAG)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0.318s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0.941s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0.426s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1.046s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0.244s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0.957s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0.975s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5486400"/>
            <a:ext cx="82296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5486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drain 几乎免费 · OH FLUSH_FLAG=20 合理 · 提至 50 可省 12%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vs LD_PRELOAD 重对比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优化后 LD_PRELOAD 与 eBPF 环形输出模式，100 万次迭代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772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686800" y="1463040"/>
            <a:ext cx="30175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8869680" y="1463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1T: LD 碾压 10.8×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686800" y="2194560"/>
            <a:ext cx="3017520" cy="50292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8869680" y="21945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4T: 平手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686800" y="292608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4" name="Text 11"/>
          <p:cNvSpPr/>
          <p:nvPr/>
        </p:nvSpPr>
        <p:spPr>
          <a:xfrm>
            <a:off x="8869680" y="29260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8T: eBPF 快 1.6×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686800" y="36576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6" name="Text 13"/>
          <p:cNvSpPr/>
          <p:nvPr/>
        </p:nvSpPr>
        <p:spPr>
          <a:xfrm>
            <a:off x="8869680" y="36576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16T: eBPF 快 1.8×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54864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8" name="Text 15"/>
          <p:cNvSpPr/>
          <p:nvPr/>
        </p:nvSpPr>
        <p:spPr>
          <a:xfrm>
            <a:off x="502920" y="54864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旧 8T: LD 3.12s vs eBPF 1.71s（1.8×）→ 新: 1.47s vs 0.92s（1.6×）  差距缩小但趋势不变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架构对比：LD_PRELOAD + Sharded Ring vs eBPF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对比维度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LD_PRELOAD + Sharded 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eBPF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无锁 ring write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TID-based per-CPU shard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per-CPU ringbuf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栈回溯定位泄漏源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完整支持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 能检测泄漏，不能定位调用栈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AddressHandler 追踪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⚠ BPF map 受限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部署方式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LD_PRELOAD (已有)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需 root + BPF 权限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原型 16T sub=36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0.727s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功能完整度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无损失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损失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结论：不需要引入 eBPF。Sharded ring 在保留全部功能的前提下，性能和部署都优于 eBPF。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的沙箱限制（不能调用户态函数、不能做栈回溯）让它无法完整替代 hook 热路径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而 sharded ring 直接在现有 LD_PRELOAD 架构上消除了共享锁竞争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OH 代码改动提案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三个改动点 · 集中在 StackWriter 层 · 不影响上层 hook 函数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34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当前：地址分片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554480"/>
            <a:ext cx="1645920" cy="457200"/>
          </a:xfrm>
          <a:prstGeom prst="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hook_malloc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FpUnwind + fill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4028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68880" y="1554480"/>
            <a:ext cx="182880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68880" y="1554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SendStackWithPayload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 % N → Block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4612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324612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2628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754880" y="1554480"/>
            <a:ext cx="1645920" cy="457200"/>
          </a:xfrm>
          <a:prstGeom prst="rect">
            <a:avLst>
              <a:gd name="adj" fmla="val 10000"/>
            </a:avLst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ShareMemoryBlock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内部全局锁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4068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8"/>
          <p:cNvSpPr/>
          <p:nvPr/>
        </p:nvSpPr>
        <p:spPr>
          <a:xfrm>
            <a:off x="544068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2940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858000" y="1554480"/>
            <a:ext cx="182880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1554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PrepareFlush / Flush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counter → Post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63524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5" name="Text 23"/>
          <p:cNvSpPr/>
          <p:nvPr/>
        </p:nvSpPr>
        <p:spPr>
          <a:xfrm>
            <a:off x="763524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1540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144000" y="1554480"/>
            <a:ext cx="201168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0" y="15544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单个环形区遍历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69280" y="21945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563EB"/>
                </a:solidFill>
              </a:rPr>
              <a:t>↓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</a:rPr>
              <a:t>改为：线程分片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2880360"/>
            <a:ext cx="1645920" cy="457200"/>
          </a:xfrm>
          <a:prstGeom prst="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28803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hook_malloc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FpUnwind + fill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24028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2468880" y="2880360"/>
            <a:ext cx="182880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68880" y="28803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SendStackWithPayload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 % N → Block[shard]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4612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7" name="Text 35"/>
          <p:cNvSpPr/>
          <p:nvPr/>
        </p:nvSpPr>
        <p:spPr>
          <a:xfrm>
            <a:off x="324612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52628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754880" y="2880360"/>
            <a:ext cx="164592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54880" y="28803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ShareMemoryBlock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shard 内无锁写入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4068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2" name="Text 40"/>
          <p:cNvSpPr/>
          <p:nvPr/>
        </p:nvSpPr>
        <p:spPr>
          <a:xfrm>
            <a:off x="544068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62940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858000" y="2880360"/>
            <a:ext cx="182880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0" y="28803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PrepareFlush / Flush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per-shard counter → Post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63524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7" name="Text 45"/>
          <p:cNvSpPr/>
          <p:nvPr/>
        </p:nvSpPr>
        <p:spPr>
          <a:xfrm>
            <a:off x="763524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91540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9144000" y="2880360"/>
            <a:ext cx="201168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0" y="28803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轮询所有分片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40080" y="380390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2" name="Text 50"/>
          <p:cNvSpPr/>
          <p:nvPr/>
        </p:nvSpPr>
        <p:spPr>
          <a:xfrm>
            <a:off x="640080" y="38039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5156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hook_client.cpp:628 — addr % N → tid % N + thread_local 缓存 TID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40080" y="421538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5" name="Text 53"/>
          <p:cNvSpPr/>
          <p:nvPr/>
        </p:nvSpPr>
        <p:spPr>
          <a:xfrm>
            <a:off x="640080" y="42153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051560" y="41605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stack_writer.cpp:89 — PutWithPayloadTimeout 新增 shard_idx 参数，内部无锁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40080" y="462686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8" name="Text 56"/>
          <p:cNvSpPr/>
          <p:nvPr/>
        </p:nvSpPr>
        <p:spPr>
          <a:xfrm>
            <a:off x="640080" y="462686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stack_writer.cpp:94 — PrepareFlush/Flush 每 shard 独立计数，汇总 Post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02920" y="539496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61" name="Text 59"/>
          <p:cNvSpPr/>
          <p:nvPr/>
        </p:nvSpPr>
        <p:spPr>
          <a:xfrm>
            <a:off x="502920" y="539496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改动集中在 StackWriter 层 · 不影响 hook_malloc/hook_free · num_shards=0 时向后兼容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分片环形区 — 突破性发现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基于线程 ID 的每核分片，完全无锁写入 · 子阶段 36 全链路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46304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0" y="1508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39%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4 线程改善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0" y="256032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0" y="2606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30%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16 线程改善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229600" y="365760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412480" y="3703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0.727 &lt; 0.779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412480" y="4160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5852160"/>
            <a:ext cx="64008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58521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LD_PRELOAD 也能做到每核无锁写入 — 不需要引入 eBPF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实验汇总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Sub-stage 36 死锁修复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旧数据作废，修复后 30-40× 更快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34/35/36 三层拆解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(65%) 最大开销，consumer 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StackWriter batch publish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内锁临界区太小，batch 无效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锁延迟模拟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临界区长度不是瓶颈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锁替换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 有效，8T+ cache line bouncing 抵消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△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Consumer profiling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 423ns/~20rec，几乎免费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FT sweep (1→200)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FLUSH_FLAG=20 合理，50 有 12% 空间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重对比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高线程仍有 1.6× 优势，差距缩小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Sharded ring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4T: -39%, 16T: -30%, 反超 eBPF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★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Per-CPU 无锁写入</a:t>
            </a:r>
            <a:endParaRPr lang="en-US" sz="34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是正确的优化方向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0" y="320040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47472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3C5FD"/>
                </a:solidFill>
              </a:rPr>
              <a:t>LD_PRELOAD + TID-based Sharded Ring 是最优解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8288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16T: -30%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288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完整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保留 FpUnwind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零依赖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296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无需 root/BPF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4592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Shard + Batch 组合优化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1965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回归显示 batch64 16T=0.587s 仍优于 sharded 0.727s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两者组合（batch 减开销 + shard 消锁）可能进一步突破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86968" y="224028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20040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Shard 数量 Sweep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3520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当前固定 16 片，sweep 4/8/16/32/64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找到不同线程数下的最佳分片数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6968" y="379476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75488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代码合入 + 文档整理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371600" y="5074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实验代码已验证，合入 main 分支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清理实验分支，更新工作记录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谢谢！请批评指正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优化进展 — 2026.06.11</dc:title>
  <dc:subject>PptxGenJS Presentation</dc:subject>
  <dc:creator>陈一驰</dc:creator>
  <cp:lastModifiedBy>陈一驰</cp:lastModifiedBy>
  <cp:revision>1</cp:revision>
  <dcterms:created xsi:type="dcterms:W3CDTF">2026-06-09T09:26:37Z</dcterms:created>
  <dcterms:modified xsi:type="dcterms:W3CDTF">2026-06-09T09:26:37Z</dcterms:modified>
</cp:coreProperties>
</file>