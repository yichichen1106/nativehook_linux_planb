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 并完成移植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 mixed3 迭代，per-record 模式，修复后重采集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子阶段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含义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线程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 纯写入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环形写入 + 内部锁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 加通知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eventfd 系统调用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 全链路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 消费者消费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0292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0292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34 · 单线程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环形写入内锁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0896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0896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10896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35-34 差值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10896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eventfd 系统调用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71500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0.03s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571500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36-35 差值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消费者消费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321040" y="320040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321040" y="32918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2.6×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32104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子阶段 34 · 16线/单线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2104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16 线程竞争退化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结果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根因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批量发布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线程本地缓冲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批量写入 4~64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全在噪声范围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内部锁临界区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仅 ~25 纳秒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LNHV1_LOCK_DELAY_NS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临界区注入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busy-wait 0→1000ns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16T/1T 始终 ~3x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无恶化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锁持有时间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LNHV1_LOCK_FREE_RING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替代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pthread_mutex_t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+32%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8T+: 无效果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retry 的 cache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 bouncing =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029200"/>
            <a:ext cx="41148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50292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1M mixed3 iters, libbpf_ring_output mode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T=16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(优化后)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0.40s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libbpf_ring_output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4.28s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胜者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 10.8×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平手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1.6×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1.8×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32004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 8T: LD 3.12s vs eBPF 1.71s（1.8×）→ 新: 1.47s vs 0.92s（1.6×），差距缩小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低线程 LD_PRELOAD 碾压（1T: 10.8×）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高线程 eBPF per-CPU ringbuf 无锁优势仍在，但幅度减小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Sharded Ring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TID-based per-CPU 分片，完全无锁写入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0292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16T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0896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0.319s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10896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sub=36 · vs mutex -39%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0896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Sharded 4T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1500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1500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反超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1500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0.727s &lt; 0.779s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1500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eBPF 16T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0" y="1325880"/>
            <a:ext cx="237744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0" y="14173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0.587s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2104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batch64 仍最优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22199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vs batch64 16T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sub=36 对比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Sharded (16片)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1.014s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30%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25%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耗时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0.345s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↓ 39%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02920" y="5486400"/>
            <a:ext cx="73152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5486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 per-CPU 无锁 ——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2026-06-09T02:53:35Z</dcterms:created>
  <dcterms:modified xsi:type="dcterms:W3CDTF">2026-06-09T02:53:35Z</dcterms:modified>
</cp:coreProperties>
</file>