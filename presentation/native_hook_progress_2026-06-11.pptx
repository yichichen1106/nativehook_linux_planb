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perf 分析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用逐层拆解替代，粒度更细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29535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03120" y="2953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56616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5661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354787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eBPF 数据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03120" y="35478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补 8T/16T，高线程反超 2.5~3x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32" name="Text 30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2026-06-09T07:13:58Z</dcterms:created>
  <dcterms:modified xsi:type="dcterms:W3CDTF">2026-06-09T07:13:58Z</dcterms:modified>
</cp:coreProperties>
</file>