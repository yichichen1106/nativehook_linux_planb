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消费者消费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子阶段 36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上次四个问题全部闭环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热点定位 → 批量发布解决；perf 分析 → 逐层拆解替代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Gitee fork 到公司 GitLab 并完成移植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高线程数据补充：8T/16T 下 eBPF 反超 2.5~3x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Sub-stage 36 死锁修复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根因：外层 Lock() + Write() 内部重复加锁同一非递归互斥锁 = 未定义行为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修复：删除外层 Lock/Unlock，commit e19571b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旧数据作废：double-lock UB 导致 31x 性能退化（8.60s → 0.28s）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热路径三层拆解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万次迭代，逐条模式，修复后重新采集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消费者消费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消费者消费几乎免费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2026-06-09T05:53:53Z</dcterms:created>
  <dcterms:modified xsi:type="dcterms:W3CDTF">2026-06-09T05:53:53Z</dcterms:modified>
</cp:coreProperties>
</file>