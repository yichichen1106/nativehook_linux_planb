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上次组会遗留问题闭环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9202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热点定位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ring 共享状态竞争 → 批量发布解决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代码移植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Gitee fork 到公司 GitLab 并完成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耗时分析（排除法）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栈回溯定位泄漏源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能检测泄漏，不能定位调用栈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结论：eBPF 无法完整替代 producer 端（无栈回溯）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地址取余选块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线程取余选块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地址取余 → 线程取余 + 线程本地缓存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注意事项：环形区分片后空间利用率降低（单分片写满即丢）· 线程数需匹配分片数 · consumer 多扫 N-1 个空分片（实测 423ns，可忽略）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保留栈回溯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轻量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仅改 StackWriter 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+ Batch 组合优化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回归显示 batch64 16T=0.587s 仍优于 sharded 0.727s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两者组合（batch 减开销 + shard 消锁）可能进一步突破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数量 Sweep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当前固定 16 片，sweep 4/8/16/32/64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找到不同线程数下的最佳分片数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代码合入 + 文档整理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实验代码已验证，合入 main 分支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清理实验分支，更新工作记录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2026-06-10T07:28:18Z</dcterms:created>
  <dcterms:modified xsi:type="dcterms:W3CDTF">2026-06-10T07:28:18Z</dcterms:modified>
</cp:coreProperties>
</file>