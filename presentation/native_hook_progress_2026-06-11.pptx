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子阶段 36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上次四个问题全部闭环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热点定位 → 批量发布解决；perf 分析 → 逐层拆解替代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Gitee fork 到公司 GitLab（yt_nativehook + cyc_nativehook）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高线程数据补充：8T/16T 下 eBPF 反超 2.5~3x</a:t>
            </a:r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Sub-stage 36 死锁修复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根因：外层 Lock() + Write() 内部重复加锁同一非递归互斥锁 = 未定义行为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修复：删除外层 Lock/Unlock，commit e19571b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旧数据作废：double-lock UB 导致 31x 性能退化（8.60s → 0.28s）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固定 100 万次 mixed3 迭代，per-record 模式，修复后重采集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子阶段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含义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线程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线程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线程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线程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 纯写入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环形写入 + 内部锁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 加通知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 eventfd 系统调用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36 全链路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 消费者消费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320040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02920" y="3291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50292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子阶段 34 · 单线程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环形写入内锁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108960" y="320040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108960" y="3291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0.54s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310896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子阶段 35-34 差值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108960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eventfd 系统调用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715000" y="320040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715000" y="3291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0.03s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571500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子阶段 36-35 差值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715000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消费者消费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321040" y="320040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321040" y="3291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2.6×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832104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子阶段 34 · 16线/单线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21040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16 线程竞争退化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结果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根因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批量发布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线程本地缓冲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批量写入 4~64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全在噪声范围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无效果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内部锁临界区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仅 ~25 纳秒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LNHV1_LOCK_DELAY_NS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临界区注入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busy-wait 0→1000ns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16T/1T 始终 ~3x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无恶化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锁持有时间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LNHV1_LOCK_FREE_RING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替代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pthread_mutex_t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+32%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8T+: 无效果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retry 的 cache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line bouncing =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5029200"/>
            <a:ext cx="41148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50292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1M mixed3 iters, libbpf_ring_output mode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T=1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T=4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T=8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T=16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(优化后)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0.40s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1.47s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1.43s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libbpf_ring_output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4.28s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胜者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 10.8×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平手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1.6×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1.8×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320040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旧 8T: LD 3.12s vs eBPF 1.71s（1.8×）→ 新: 1.47s vs 0.92s（1.6×），差距缩小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低线程 LD_PRELOAD 碾压（1T: 10.8×）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高线程 eBPF per-CPU ringbuf 无锁优势仍在，但幅度减小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Sharded Ring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TID-based per-CPU 分片，完全无锁写入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32588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0292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sub=36 · vs mutex -30%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22199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Sharded 16T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08960" y="132588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108960" y="1417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0.319s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10896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sub=36 · vs mutex -39%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08960" y="222199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Sharded 4T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715000" y="132588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715000" y="1417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反超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71500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0.727s &lt; 0.779s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715000" y="222199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vs eBPF 16T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321040" y="132588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21040" y="1417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0.587s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32104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batch64 仍最优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21040" y="222199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vs batch64 16T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92608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sub=36 对比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mutex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Sharded (16片)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16T 耗时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1.014s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vs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↓ 30%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↓ 25%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耗时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0.555s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0.345s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vs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↓ 39%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502920" y="5486400"/>
            <a:ext cx="73152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26" name="Text 23"/>
          <p:cNvSpPr/>
          <p:nvPr/>
        </p:nvSpPr>
        <p:spPr>
          <a:xfrm>
            <a:off x="502920" y="54864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 per-CPU 无锁 ——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已在 cyc_nativehook / yt_nativehook 上用 SHARDED_RING: 标注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当前实现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改为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hook_client.cpp:628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SendStackWithPayload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(地址分片)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(TID 分片) + thread_local 缓存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stack_writer.cpp:89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PutWithPayloadTimeout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单 ring 写入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内部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新增 shard_idx 参数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ShareMemoryBlock 按 shard 无锁写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PrepareFlush / Flush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全局 dataCount_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flushCount_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每 shard 独立计数器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汇总后 Post 一次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改动集中在 StackWriter 层，不影响上层 hook_malloc/hook_free 等函数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兼容性：num_shards=0 时保持现有行为，向后兼容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等待 OH SDK 环境到位后编译验证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 cyc_nativehook 上编译验证 sharded ring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 Review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 yt_nativehook 上提交 MR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2026-06-09T02:48:46Z</dcterms:created>
  <dcterms:modified xsi:type="dcterms:W3CDTF">2026-06-09T02:48:46Z</dcterms:modified>
</cp:coreProperties>
</file>