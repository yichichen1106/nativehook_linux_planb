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单线程耗时拆解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单线程耗时拆解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消费者消费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单线程耗时拆解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1线</c:v>
                  </c:pt>
                  <c:pt idx="1">
                    <c:v>4线</c:v>
                  </c:pt>
                  <c:pt idx="2">
                    <c:v>8线</c:v>
                  </c:pt>
                  <c:pt idx="3">
                    <c:v>16线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1线</c:v>
                  </c:pt>
                  <c:pt idx="1">
                    <c:v>4线</c:v>
                  </c:pt>
                  <c:pt idx="2">
                    <c:v>8线</c:v>
                  </c:pt>
                  <c:pt idx="3">
                    <c:v>16线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1线</c:v>
                  </c:pt>
                  <c:pt idx="1">
                    <c:v>4线</c:v>
                  </c:pt>
                  <c:pt idx="2">
                    <c:v>8线</c:v>
                  </c:pt>
                  <c:pt idx="3">
                    <c:v>16线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 并完成移植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消费者消费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消费者消费几乎免费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2026-06-09T05:41:28Z</dcterms:created>
  <dcterms:modified xsi:type="dcterms:W3CDTF">2026-06-09T05:41:28Z</dcterms:modified>
</cp:coreProperties>
</file>